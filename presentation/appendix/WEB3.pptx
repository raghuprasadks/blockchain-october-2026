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B9A4-1ACB-4291-B48D-71E34F972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C11E2-4794-4A44-97DD-83089F36F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86DAC-9B52-45CC-829E-0BEE8663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36178-1362-49B8-AA05-ADAFC889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A26D-12F5-40B6-90F7-217A2EA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44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DEB1-58FB-4BAF-A228-14B0C573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DAEF5-530A-444D-98AE-F77E5727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2FE2F-4753-4631-82EB-008C9FFD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77C6C-4E82-43C6-A03C-2999BCE1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D7CD5-8D91-4CBC-8991-AD4A98AC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FC65-1031-4E13-A7C7-56563A83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AB3AD-986A-41D6-B2B7-2997B44B1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65BD4-A8BD-432C-BD59-B7642F63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0E89-A5E0-4354-B7B2-90CEA581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02911-379D-4EBF-AF60-B8A32AB4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A757-1A83-4F3D-8110-414B9C83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067DA-9EB2-493C-A029-F6FB427DB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B2D5A-5D37-4B8C-8D34-EFEA5D53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C04EF-A5FF-46F2-95F0-D8055408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4B1BA-B4E2-4F97-9527-E44D4FC4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3E1F2-1FD5-46D8-8150-27CCF306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3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D5E5-88C0-4CFF-BEE6-17F11B92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34CE2-BDC8-4615-A9F8-0C176E1A3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D5CDD-2245-4FEB-84E4-A954FA5A8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93B4C-A9A6-41BB-9046-F7C01317D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C78F9-D369-47A8-8D90-F3712FFF3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8F2D5-887C-42FA-AD10-E3E7C9D7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1B27E-5BEE-4CB0-86C8-CA775AF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D10C7B-702B-4EA8-8E33-5C6DBE04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69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9195-3200-41DD-9343-829CB694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27F5B-DE7B-4973-A9A8-6A40C4F8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15B6F-FC25-4495-B96F-F5BCFB63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5888E-5BDE-475F-8385-518901BF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0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C8C30-3DF9-481A-AE3D-10569E65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B49F7-BE8E-4CE9-8E59-2A0F80EE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B764E-7172-4270-AE64-0B88DD26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3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19D3-CF16-4919-AC8D-EE4F3974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AF9D5-F151-41CA-9D09-6E9D15FD2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9C0C4-BD06-4FEF-A93B-F7EA8790B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733EE-4C1F-4B52-8361-459A5753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24686-055A-4894-9AD0-A5940E2D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6F66D-2AF6-4491-A711-BD30C832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4A0F-D4CE-4FF3-A889-177A03D2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BB5F3-B1A1-434F-A567-FC8E814DC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537A4-DB98-419F-9148-A01890D3C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4488E-5204-44AF-9F1D-F64BF1E8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8A25F-69F4-4F0E-9D11-17150EE4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20315-A0DE-45DE-9E15-E0779C5D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7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893E-BFCE-4A81-B706-819EF4C5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B5B62-B69D-4937-8714-5FC69206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4EF6F-2C04-42D3-BBC5-D658831B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7634B-AA40-4F12-B811-A46CF4EE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238D-E10F-4769-9924-18EEA502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E31662-49B7-4176-81E3-11B5509CC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B93DA-9C11-4250-87EF-09FA79470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BAB14-F5BE-4960-AAF8-B82DCE57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5536-16E4-4DEB-914D-9CE28010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7C23D-7524-45DC-84CA-39530EE9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4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BD5A14-8900-4F20-BB2A-7C1ACB3C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7EC42-1584-4D69-A194-2438F51B8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25E30-EE47-43D7-96D6-DF630DD31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AC89C-2A74-45E2-BE13-428ED36C52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5080C-9515-4F6E-BBCB-F15C4A945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A815-7580-4243-BBAC-A4BE06EB4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D118-DD30-4EBE-A3FB-9A49E8BA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6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E269ED-A594-4951-9A85-FD9078CF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3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674FA6-EFB2-4693-9BAD-F2A01159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9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333E00-6E44-4386-AC7C-E98BEBBB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5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908709-6992-4704-AD82-76577E15E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0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C1AE01-398D-40D9-9BC0-94508756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3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2F0209-85FD-45A7-AC69-0752C3702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819910-50FE-4F2C-BE4D-313B1BD344B7}"/>
              </a:ext>
            </a:extLst>
          </p:cNvPr>
          <p:cNvSpPr txBox="1"/>
          <p:nvPr/>
        </p:nvSpPr>
        <p:spPr>
          <a:xfrm>
            <a:off x="1584251" y="2381693"/>
            <a:ext cx="117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8A77F-B5CD-48B9-9AE2-4AF23B6929F3}"/>
              </a:ext>
            </a:extLst>
          </p:cNvPr>
          <p:cNvSpPr txBox="1"/>
          <p:nvPr/>
        </p:nvSpPr>
        <p:spPr>
          <a:xfrm>
            <a:off x="5890437" y="2966484"/>
            <a:ext cx="1200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17481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B93FD9-377C-46FC-93E5-47DCBD47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0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30D2F9-54AC-42CF-90C9-B627506DF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8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B6AF3E-E209-4A0F-811C-FC1B63A81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95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748FB9-8719-4E7C-9103-8F6F90324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3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82CB0C-B50B-41A1-8DBC-74A033BA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88D935-6107-4802-8490-AB3C4E4A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D59C7F64-75D3-4FC6-9197-5F90D246F3EC}"/>
              </a:ext>
            </a:extLst>
          </p:cNvPr>
          <p:cNvSpPr/>
          <p:nvPr/>
        </p:nvSpPr>
        <p:spPr>
          <a:xfrm>
            <a:off x="5316279" y="5507665"/>
            <a:ext cx="1020726" cy="2977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ECA5C-ED42-486F-B8C5-F4D247DAC878}"/>
              </a:ext>
            </a:extLst>
          </p:cNvPr>
          <p:cNvSpPr txBox="1"/>
          <p:nvPr/>
        </p:nvSpPr>
        <p:spPr>
          <a:xfrm>
            <a:off x="6858000" y="550766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RUN “node”</a:t>
            </a:r>
          </a:p>
        </p:txBody>
      </p:sp>
    </p:spTree>
    <p:extLst>
      <p:ext uri="{BB962C8B-B14F-4D97-AF65-F5344CB8AC3E}">
        <p14:creationId xmlns:p14="http://schemas.microsoft.com/office/powerpoint/2010/main" val="283063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FB46C9-DD0B-4392-B57D-52DB14B2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B986775A-625D-413F-A0D0-7E4FAD87073B}"/>
              </a:ext>
            </a:extLst>
          </p:cNvPr>
          <p:cNvSpPr/>
          <p:nvPr/>
        </p:nvSpPr>
        <p:spPr>
          <a:xfrm>
            <a:off x="4540102" y="4997302"/>
            <a:ext cx="1105786" cy="19138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7F2AF5-489A-4FDE-AB80-9C7CF151C129}"/>
              </a:ext>
            </a:extLst>
          </p:cNvPr>
          <p:cNvSpPr txBox="1"/>
          <p:nvPr/>
        </p:nvSpPr>
        <p:spPr>
          <a:xfrm>
            <a:off x="3285460" y="5469346"/>
            <a:ext cx="5273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Type “Web3” and press “Enter you will get a huge file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F2B2C357-6A04-4161-9623-4C7678C9A9F5}"/>
              </a:ext>
            </a:extLst>
          </p:cNvPr>
          <p:cNvSpPr/>
          <p:nvPr/>
        </p:nvSpPr>
        <p:spPr>
          <a:xfrm>
            <a:off x="3136604" y="5233324"/>
            <a:ext cx="1956391" cy="19138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32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57AF3F-8C48-4644-A232-0F5035FA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8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815C9B-11B2-4EAA-BBA1-D1C29010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rrow: Up 2">
            <a:extLst>
              <a:ext uri="{FF2B5EF4-FFF2-40B4-BE49-F238E27FC236}">
                <a16:creationId xmlns:a16="http://schemas.microsoft.com/office/drawing/2014/main" id="{9CDE183D-FC8F-487E-98E7-B123505FF563}"/>
              </a:ext>
            </a:extLst>
          </p:cNvPr>
          <p:cNvSpPr/>
          <p:nvPr/>
        </p:nvSpPr>
        <p:spPr>
          <a:xfrm>
            <a:off x="6096000" y="1998921"/>
            <a:ext cx="272902" cy="489098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A17E9-A52D-4358-966A-8BCABBF6A290}"/>
              </a:ext>
            </a:extLst>
          </p:cNvPr>
          <p:cNvSpPr txBox="1"/>
          <p:nvPr/>
        </p:nvSpPr>
        <p:spPr>
          <a:xfrm>
            <a:off x="3929256" y="2782669"/>
            <a:ext cx="4606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Open “Ganache” and copy the URL and paste it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Inside the </a:t>
            </a:r>
            <a:r>
              <a:rPr lang="en-US" dirty="0" err="1">
                <a:solidFill>
                  <a:srgbClr val="FFFF00"/>
                </a:solidFill>
              </a:rPr>
              <a:t>HttpProviders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90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318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35</Words>
  <Application>Microsoft Office PowerPoint</Application>
  <PresentationFormat>Widescreen</PresentationFormat>
  <Paragraphs>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2026-10-03T02:52:38Z</dcterms:created>
  <dcterms:modified xsi:type="dcterms:W3CDTF">2026-10-03T04:23:20Z</dcterms:modified>
</cp:coreProperties>
</file>