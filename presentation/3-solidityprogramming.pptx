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801600" cy="7315200"/>
  <p:notesSz cx="6858000" cy="9144000"/>
  <p:embeddedFontLst>
    <p:embeddedFont>
      <p:font typeface="Century Schoolbook" panose="02040604050505020304" pitchFamily="18" charset="0"/>
      <p:regular r:id="rId53"/>
      <p:bold r:id="rId54"/>
      <p:italic r:id="rId55"/>
      <p:boldItalic r:id="rId56"/>
    </p:embeddedFont>
    <p:embeddedFont>
      <p:font typeface="Comic Sans MS" panose="030F0702030302020204" pitchFamily="66"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04">
          <p15:clr>
            <a:srgbClr val="000000"/>
          </p15:clr>
        </p15:guide>
        <p15:guide id="2" pos="4032">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619480-12B1-49A5-B4C6-0258D6D647B2}">
  <a:tblStyle styleId="{41619480-12B1-49A5-B4C6-0258D6D647B2}" styleName="Table_0">
    <a:wholeTbl>
      <a:tcTxStyle b="off" i="off">
        <a:font>
          <a:latin typeface="Century Schoolbook"/>
          <a:ea typeface="Century Schoolbook"/>
          <a:cs typeface="Century Schoolbook"/>
        </a:font>
        <a:schemeClr val="dk1"/>
      </a:tcTxStyle>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chemeClr val="accent4"/>
              </a:solidFill>
              <a:prstDash val="solid"/>
              <a:round/>
              <a:headEnd type="none" w="sm" len="sm"/>
              <a:tailEnd type="none" w="sm" len="sm"/>
            </a:ln>
          </a:insideV>
        </a:tcBdr>
        <a:fill>
          <a:solidFill>
            <a:srgbClr val="FFFFFF">
              <a:alpha val="0"/>
            </a:srgbClr>
          </a:solidFill>
        </a:fill>
      </a:tcStyle>
    </a:wholeTbl>
    <a:band1H>
      <a:tcTxStyle/>
      <a:tcStyle>
        <a:tcBdr/>
        <a:fill>
          <a:solidFill>
            <a:schemeClr val="accent4">
              <a:alpha val="40000"/>
            </a:schemeClr>
          </a:solidFill>
        </a:fill>
      </a:tcStyle>
    </a:band1H>
    <a:band2H>
      <a:tcTxStyle/>
      <a:tcStyle>
        <a:tcBdr/>
      </a:tcStyle>
    </a:band2H>
    <a:band1V>
      <a:tcTxStyle/>
      <a:tcStyle>
        <a:tcBdr>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tcBdr>
        <a:fill>
          <a:solidFill>
            <a:schemeClr val="accent4">
              <a:alpha val="40000"/>
            </a:schemeClr>
          </a:solidFill>
        </a:fill>
      </a:tcStyle>
    </a:band1V>
    <a:band2V>
      <a:tcTxStyle/>
      <a:tcStyle>
        <a:tcBdr/>
      </a:tcStyle>
    </a:band2V>
    <a:lastCol>
      <a:tcTxStyle b="on" i="off"/>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Century Schoolbook"/>
          <a:ea typeface="Century Schoolbook"/>
          <a:cs typeface="Century Schoolbook"/>
        </a:font>
        <a:schemeClr val="lt1"/>
      </a:tcTxStyle>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4"/>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902" y="67"/>
      </p:cViewPr>
      <p:guideLst>
        <p:guide orient="horz" pos="2304"/>
        <p:guide pos="403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5fa8d08840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5fa8d0884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5fa8d08840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15fa8d0884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5fa8d08840_0_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5fa8d0884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15fa8d08840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15fa8d0884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5fa8d08840_0_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15fa8d08840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15fa8d08840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15fa8d0884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5fa8d08840_0_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15fa8d0884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5fa8d08840_0_6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5fa8d08840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15fa8d08840_0_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15fa8d08840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5fa8d08840_0_6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5fa8d08840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15fa8d08840_0_6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15fa8d08840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15fa8d08840_0_7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15fa8d08840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15fa8d08840_0_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15fa8d08840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15fac594b40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15fac594b4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15fa8d08840_0_1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15fa8d08840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15fa8d08840_0_1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15fa8d08840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5fa8d08840_0_1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15fa8d08840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15fa8d08840_0_1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15fa8d0884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15fa8d08840_0_1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15fa8d08840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5fa8d08840_0_1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15fa8d08840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15fa8d08840_0_1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15fa8d08840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5fa8d08840_0_1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5fa8d08840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15fa8d08840_0_16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15fa8d08840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15fab675f15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15fab675f1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15fab675f15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15fab675f1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15fab675f15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15fab675f1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15fab675f15_0_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15fab675f15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15fab675f15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15fab675f1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1610f194ee4_0_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1610f194ee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1610f194ee4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1610f194ee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2"/>
          <p:cNvSpPr txBox="1">
            <a:spLocks noGrp="1"/>
          </p:cNvSpPr>
          <p:nvPr>
            <p:ph type="dt" idx="10"/>
          </p:nvPr>
        </p:nvSpPr>
        <p:spPr>
          <a:xfrm rot="5400000">
            <a:off x="10960608" y="1089967"/>
            <a:ext cx="2145792" cy="537667"/>
          </a:xfrm>
          <a:prstGeom prst="rect">
            <a:avLst/>
          </a:prstGeom>
          <a:noFill/>
          <a:ln>
            <a:noFill/>
          </a:ln>
        </p:spPr>
        <p:txBody>
          <a:bodyPr spcFirstLastPara="1" wrap="square" lIns="114925" tIns="57475" rIns="114925" bIns="5747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rot="5400000">
            <a:off x="10319660" y="3925429"/>
            <a:ext cx="3413760" cy="512064"/>
          </a:xfrm>
          <a:prstGeom prst="rect">
            <a:avLst/>
          </a:prstGeom>
          <a:noFill/>
          <a:ln>
            <a:noFill/>
          </a:ln>
        </p:spPr>
        <p:txBody>
          <a:bodyPr spcFirstLastPara="1" wrap="square" lIns="114925" tIns="57475" rIns="114925" bIns="574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1380622" y="6116320"/>
            <a:ext cx="853440" cy="555955"/>
          </a:xfrm>
          <a:prstGeom prst="rect">
            <a:avLst/>
          </a:prstGeom>
          <a:noFill/>
          <a:ln>
            <a:noFill/>
          </a:ln>
        </p:spPr>
        <p:txBody>
          <a:bodyPr spcFirstLastPara="1" wrap="square" lIns="114925" tIns="57475" rIns="114925" bIns="574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lt1"/>
        </a:solidFill>
        <a:effectLst/>
      </p:bgPr>
    </p:bg>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3200400" y="3332480"/>
            <a:ext cx="8641080" cy="2020653"/>
          </a:xfrm>
          <a:prstGeom prst="rect">
            <a:avLst/>
          </a:prstGeom>
          <a:noFill/>
          <a:ln>
            <a:noFill/>
          </a:ln>
        </p:spPr>
        <p:txBody>
          <a:bodyPr spcFirstLastPara="1" wrap="square" lIns="114925" tIns="57475" rIns="114925" bIns="57475" anchor="b" anchorCtr="0">
            <a:normAutofit/>
          </a:bodyPr>
          <a:lstStyle>
            <a:lvl1pPr lvl="0" algn="l">
              <a:spcBef>
                <a:spcPts val="0"/>
              </a:spcBef>
              <a:spcAft>
                <a:spcPts val="0"/>
              </a:spcAft>
              <a:buClr>
                <a:schemeClr val="dk2"/>
              </a:buClr>
              <a:buSzPts val="3800"/>
              <a:buFont typeface="Century Schoolboo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3200400" y="5336877"/>
            <a:ext cx="8641080" cy="1463040"/>
          </a:xfrm>
          <a:prstGeom prst="rect">
            <a:avLst/>
          </a:prstGeom>
          <a:noFill/>
          <a:ln>
            <a:noFill/>
          </a:ln>
        </p:spPr>
        <p:txBody>
          <a:bodyPr spcFirstLastPara="1" wrap="square" lIns="114925" tIns="57475" rIns="114925" bIns="57475" anchor="t" anchorCtr="0">
            <a:normAutofit/>
          </a:bodyPr>
          <a:lstStyle>
            <a:lvl1pPr lvl="0" algn="l">
              <a:spcBef>
                <a:spcPts val="754"/>
              </a:spcBef>
              <a:spcAft>
                <a:spcPts val="0"/>
              </a:spcAft>
              <a:buSzPts val="1610"/>
              <a:buNone/>
              <a:defRPr sz="2300" b="1">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24" name="Google Shape;24;p3"/>
          <p:cNvSpPr txBox="1">
            <a:spLocks noGrp="1"/>
          </p:cNvSpPr>
          <p:nvPr>
            <p:ph type="dt" idx="10"/>
          </p:nvPr>
        </p:nvSpPr>
        <p:spPr>
          <a:xfrm rot="5400000">
            <a:off x="11251469" y="1188870"/>
            <a:ext cx="2438400" cy="533400"/>
          </a:xfrm>
          <a:prstGeom prst="rect">
            <a:avLst/>
          </a:prstGeom>
          <a:noFill/>
          <a:ln>
            <a:noFill/>
          </a:ln>
        </p:spPr>
        <p:txBody>
          <a:bodyPr spcFirstLastPara="1" wrap="square" lIns="114925" tIns="57475" rIns="114925" bIns="5747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rot="5400000">
            <a:off x="10517777" y="4396439"/>
            <a:ext cx="3901440" cy="537667"/>
          </a:xfrm>
          <a:prstGeom prst="rect">
            <a:avLst/>
          </a:prstGeom>
          <a:noFill/>
          <a:ln>
            <a:noFill/>
          </a:ln>
        </p:spPr>
        <p:txBody>
          <a:bodyPr spcFirstLastPara="1" wrap="square" lIns="114925" tIns="57475" rIns="114925" bIns="574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p:nvPr/>
        </p:nvSpPr>
        <p:spPr>
          <a:xfrm>
            <a:off x="533400" y="0"/>
            <a:ext cx="853440" cy="7315200"/>
          </a:xfrm>
          <a:prstGeom prst="rect">
            <a:avLst/>
          </a:prstGeom>
          <a:solidFill>
            <a:srgbClr val="FEC2AC">
              <a:alpha val="53725"/>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27" name="Google Shape;27;p3"/>
          <p:cNvSpPr/>
          <p:nvPr/>
        </p:nvSpPr>
        <p:spPr>
          <a:xfrm>
            <a:off x="386870" y="0"/>
            <a:ext cx="146530" cy="7315200"/>
          </a:xfrm>
          <a:prstGeom prst="rect">
            <a:avLst/>
          </a:prstGeom>
          <a:solidFill>
            <a:srgbClr val="FFD8CC">
              <a:alpha val="35686"/>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28" name="Google Shape;28;p3"/>
          <p:cNvSpPr/>
          <p:nvPr/>
        </p:nvSpPr>
        <p:spPr>
          <a:xfrm>
            <a:off x="1386840" y="0"/>
            <a:ext cx="254621" cy="7315200"/>
          </a:xfrm>
          <a:prstGeom prst="rect">
            <a:avLst/>
          </a:prstGeom>
          <a:solidFill>
            <a:srgbClr val="FFD8CC">
              <a:alpha val="69803"/>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29" name="Google Shape;29;p3"/>
          <p:cNvSpPr/>
          <p:nvPr/>
        </p:nvSpPr>
        <p:spPr>
          <a:xfrm>
            <a:off x="1597848" y="0"/>
            <a:ext cx="322392" cy="7315200"/>
          </a:xfrm>
          <a:prstGeom prst="rect">
            <a:avLst/>
          </a:prstGeom>
          <a:solidFill>
            <a:srgbClr val="FFEDE7">
              <a:alpha val="70980"/>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cxnSp>
        <p:nvCxnSpPr>
          <p:cNvPr id="30" name="Google Shape;30;p3"/>
          <p:cNvCxnSpPr/>
          <p:nvPr/>
        </p:nvCxnSpPr>
        <p:spPr>
          <a:xfrm>
            <a:off x="148882" y="0"/>
            <a:ext cx="0" cy="7315200"/>
          </a:xfrm>
          <a:prstGeom prst="straightConnector1">
            <a:avLst/>
          </a:prstGeom>
          <a:noFill/>
          <a:ln w="57150" cap="flat" cmpd="sng">
            <a:solidFill>
              <a:srgbClr val="FEC2AC">
                <a:alpha val="72941"/>
              </a:srgbClr>
            </a:solidFill>
            <a:prstDash val="solid"/>
            <a:round/>
            <a:headEnd type="none" w="sm" len="sm"/>
            <a:tailEnd type="none" w="sm" len="sm"/>
          </a:ln>
        </p:spPr>
      </p:cxnSp>
      <p:cxnSp>
        <p:nvCxnSpPr>
          <p:cNvPr id="31" name="Google Shape;31;p3"/>
          <p:cNvCxnSpPr/>
          <p:nvPr/>
        </p:nvCxnSpPr>
        <p:spPr>
          <a:xfrm>
            <a:off x="1280160" y="0"/>
            <a:ext cx="0" cy="7315200"/>
          </a:xfrm>
          <a:prstGeom prst="straightConnector1">
            <a:avLst/>
          </a:prstGeom>
          <a:noFill/>
          <a:ln w="57150" cap="flat" cmpd="sng">
            <a:solidFill>
              <a:srgbClr val="FFEDE7">
                <a:alpha val="82745"/>
              </a:srgbClr>
            </a:solidFill>
            <a:prstDash val="solid"/>
            <a:round/>
            <a:headEnd type="none" w="sm" len="sm"/>
            <a:tailEnd type="none" w="sm" len="sm"/>
          </a:ln>
        </p:spPr>
      </p:cxnSp>
      <p:cxnSp>
        <p:nvCxnSpPr>
          <p:cNvPr id="32" name="Google Shape;32;p3"/>
          <p:cNvCxnSpPr/>
          <p:nvPr/>
        </p:nvCxnSpPr>
        <p:spPr>
          <a:xfrm>
            <a:off x="1195757" y="0"/>
            <a:ext cx="0" cy="7315200"/>
          </a:xfrm>
          <a:prstGeom prst="straightConnector1">
            <a:avLst/>
          </a:prstGeom>
          <a:noFill/>
          <a:ln w="57150" cap="flat" cmpd="sng">
            <a:solidFill>
              <a:srgbClr val="FEC2AC"/>
            </a:solidFill>
            <a:prstDash val="solid"/>
            <a:round/>
            <a:headEnd type="none" w="sm" len="sm"/>
            <a:tailEnd type="none" w="sm" len="sm"/>
          </a:ln>
        </p:spPr>
      </p:cxnSp>
      <p:cxnSp>
        <p:nvCxnSpPr>
          <p:cNvPr id="33" name="Google Shape;33;p3"/>
          <p:cNvCxnSpPr/>
          <p:nvPr/>
        </p:nvCxnSpPr>
        <p:spPr>
          <a:xfrm>
            <a:off x="2417296" y="0"/>
            <a:ext cx="0" cy="7315200"/>
          </a:xfrm>
          <a:prstGeom prst="straightConnector1">
            <a:avLst/>
          </a:prstGeom>
          <a:noFill/>
          <a:ln w="28575" cap="flat" cmpd="sng">
            <a:solidFill>
              <a:srgbClr val="FEC2AC">
                <a:alpha val="81960"/>
              </a:srgbClr>
            </a:solidFill>
            <a:prstDash val="solid"/>
            <a:round/>
            <a:headEnd type="none" w="sm" len="sm"/>
            <a:tailEnd type="none" w="sm" len="sm"/>
          </a:ln>
        </p:spPr>
      </p:cxnSp>
      <p:cxnSp>
        <p:nvCxnSpPr>
          <p:cNvPr id="34" name="Google Shape;34;p3"/>
          <p:cNvCxnSpPr/>
          <p:nvPr/>
        </p:nvCxnSpPr>
        <p:spPr>
          <a:xfrm>
            <a:off x="1493520" y="0"/>
            <a:ext cx="0" cy="7315200"/>
          </a:xfrm>
          <a:prstGeom prst="straightConnector1">
            <a:avLst/>
          </a:prstGeom>
          <a:noFill/>
          <a:ln w="9525" cap="flat" cmpd="sng">
            <a:solidFill>
              <a:srgbClr val="FEC2AC"/>
            </a:solidFill>
            <a:prstDash val="solid"/>
            <a:round/>
            <a:headEnd type="none" w="sm" len="sm"/>
            <a:tailEnd type="none" w="sm" len="sm"/>
          </a:ln>
        </p:spPr>
      </p:cxnSp>
      <p:cxnSp>
        <p:nvCxnSpPr>
          <p:cNvPr id="35" name="Google Shape;35;p3"/>
          <p:cNvCxnSpPr/>
          <p:nvPr/>
        </p:nvCxnSpPr>
        <p:spPr>
          <a:xfrm>
            <a:off x="12759398" y="0"/>
            <a:ext cx="0" cy="7315200"/>
          </a:xfrm>
          <a:prstGeom prst="straightConnector1">
            <a:avLst/>
          </a:prstGeom>
          <a:noFill/>
          <a:ln w="57150" cap="flat" cmpd="thickThin">
            <a:solidFill>
              <a:srgbClr val="FEC2AC"/>
            </a:solidFill>
            <a:prstDash val="solid"/>
            <a:round/>
            <a:headEnd type="none" w="sm" len="sm"/>
            <a:tailEnd type="none" w="sm" len="sm"/>
          </a:ln>
        </p:spPr>
      </p:cxnSp>
      <p:sp>
        <p:nvSpPr>
          <p:cNvPr id="36" name="Google Shape;36;p3"/>
          <p:cNvSpPr/>
          <p:nvPr/>
        </p:nvSpPr>
        <p:spPr>
          <a:xfrm>
            <a:off x="1706880" y="0"/>
            <a:ext cx="106680" cy="7315200"/>
          </a:xfrm>
          <a:prstGeom prst="rect">
            <a:avLst/>
          </a:prstGeom>
          <a:solidFill>
            <a:srgbClr val="FEC2AC">
              <a:alpha val="50980"/>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37" name="Google Shape;37;p3"/>
          <p:cNvSpPr/>
          <p:nvPr/>
        </p:nvSpPr>
        <p:spPr>
          <a:xfrm>
            <a:off x="853440" y="3657600"/>
            <a:ext cx="1813560" cy="1381760"/>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38" name="Google Shape;38;p3"/>
          <p:cNvSpPr/>
          <p:nvPr/>
        </p:nvSpPr>
        <p:spPr>
          <a:xfrm>
            <a:off x="1833485" y="5191202"/>
            <a:ext cx="897994" cy="684186"/>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39" name="Google Shape;39;p3"/>
          <p:cNvSpPr/>
          <p:nvPr/>
        </p:nvSpPr>
        <p:spPr>
          <a:xfrm>
            <a:off x="1527512" y="5867341"/>
            <a:ext cx="192024" cy="146304"/>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40" name="Google Shape;40;p3"/>
          <p:cNvSpPr/>
          <p:nvPr/>
        </p:nvSpPr>
        <p:spPr>
          <a:xfrm>
            <a:off x="2329891" y="6174029"/>
            <a:ext cx="384048" cy="292608"/>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41" name="Google Shape;41;p3"/>
          <p:cNvSpPr/>
          <p:nvPr/>
        </p:nvSpPr>
        <p:spPr>
          <a:xfrm>
            <a:off x="2667000" y="4795520"/>
            <a:ext cx="512064" cy="390144"/>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42" name="Google Shape;42;p3"/>
          <p:cNvSpPr txBox="1">
            <a:spLocks noGrp="1"/>
          </p:cNvSpPr>
          <p:nvPr>
            <p:ph type="sldNum" idx="12"/>
          </p:nvPr>
        </p:nvSpPr>
        <p:spPr>
          <a:xfrm>
            <a:off x="1855762" y="5257282"/>
            <a:ext cx="853440" cy="552026"/>
          </a:xfrm>
          <a:prstGeom prst="rect">
            <a:avLst/>
          </a:prstGeom>
          <a:noFill/>
          <a:ln>
            <a:noFill/>
          </a:ln>
        </p:spPr>
        <p:txBody>
          <a:bodyPr spcFirstLastPara="1" wrap="square" lIns="114925" tIns="57475" rIns="114925" bIns="574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
        <p:cNvGrpSpPr/>
        <p:nvPr/>
      </p:nvGrpSpPr>
      <p:grpSpPr>
        <a:xfrm>
          <a:off x="0" y="0"/>
          <a:ext cx="0" cy="0"/>
          <a:chOff x="0" y="0"/>
          <a:chExt cx="0" cy="0"/>
        </a:xfrm>
      </p:grpSpPr>
      <p:sp>
        <p:nvSpPr>
          <p:cNvPr id="44" name="Google Shape;44;p4"/>
          <p:cNvSpPr txBox="1">
            <a:spLocks noGrp="1"/>
          </p:cNvSpPr>
          <p:nvPr>
            <p:ph type="title"/>
          </p:nvPr>
        </p:nvSpPr>
        <p:spPr>
          <a:xfrm>
            <a:off x="640080" y="292947"/>
            <a:ext cx="10454640" cy="1219200"/>
          </a:xfrm>
          <a:prstGeom prst="rect">
            <a:avLst/>
          </a:prstGeom>
          <a:noFill/>
          <a:ln>
            <a:noFill/>
          </a:ln>
        </p:spPr>
        <p:txBody>
          <a:bodyPr spcFirstLastPara="1" wrap="square" lIns="114925" tIns="57475" rIns="114925" bIns="5747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4"/>
          <p:cNvSpPr txBox="1">
            <a:spLocks noGrp="1"/>
          </p:cNvSpPr>
          <p:nvPr>
            <p:ph type="body" idx="1"/>
          </p:nvPr>
        </p:nvSpPr>
        <p:spPr>
          <a:xfrm>
            <a:off x="640080" y="1706880"/>
            <a:ext cx="10454640" cy="5198669"/>
          </a:xfrm>
          <a:prstGeom prst="rect">
            <a:avLst/>
          </a:prstGeom>
          <a:noFill/>
          <a:ln>
            <a:noFill/>
          </a:ln>
        </p:spPr>
        <p:txBody>
          <a:bodyPr spcFirstLastPara="1" wrap="square" lIns="114925" tIns="57475" rIns="114925" bIns="57475" anchor="t" anchorCtr="0">
            <a:normAutofit/>
          </a:bodyPr>
          <a:lstStyle>
            <a:lvl1pPr marL="457200" lvl="0" indent="-308610" algn="l">
              <a:spcBef>
                <a:spcPts val="754"/>
              </a:spcBef>
              <a:spcAft>
                <a:spcPts val="0"/>
              </a:spcAft>
              <a:buSzPts val="1260"/>
              <a:buChar char="🞆"/>
              <a:defRPr/>
            </a:lvl1pPr>
            <a:lvl2pPr marL="914400" lvl="1" indent="-320040" algn="l">
              <a:spcBef>
                <a:spcPts val="360"/>
              </a:spcBef>
              <a:spcAft>
                <a:spcPts val="0"/>
              </a:spcAft>
              <a:buSzPts val="1440"/>
              <a:buChar char="⚫"/>
              <a:defRPr/>
            </a:lvl2pPr>
            <a:lvl3pPr marL="1371600" lvl="2" indent="-297180" algn="l">
              <a:spcBef>
                <a:spcPts val="360"/>
              </a:spcBef>
              <a:spcAft>
                <a:spcPts val="0"/>
              </a:spcAft>
              <a:buSzPts val="1080"/>
              <a:buChar char="🞆"/>
              <a:defRPr/>
            </a:lvl3pPr>
            <a:lvl4pPr marL="1828800" lvl="3" indent="-297180" algn="l">
              <a:spcBef>
                <a:spcPts val="360"/>
              </a:spcBef>
              <a:spcAft>
                <a:spcPts val="0"/>
              </a:spcAft>
              <a:buSzPts val="1080"/>
              <a:buChar char="🞆"/>
              <a:defRPr/>
            </a:lvl4pPr>
            <a:lvl5pPr marL="2286000" lvl="4" indent="-306323" algn="l">
              <a:spcBef>
                <a:spcPts val="360"/>
              </a:spcBef>
              <a:spcAft>
                <a:spcPts val="0"/>
              </a:spcAft>
              <a:buSzPts val="1224"/>
              <a:buChar char="⚫"/>
              <a:defRPr/>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6" name="Google Shape;46;p4"/>
          <p:cNvSpPr txBox="1">
            <a:spLocks noGrp="1"/>
          </p:cNvSpPr>
          <p:nvPr>
            <p:ph type="dt" idx="10"/>
          </p:nvPr>
        </p:nvSpPr>
        <p:spPr>
          <a:xfrm rot="5400000">
            <a:off x="10960608" y="1089967"/>
            <a:ext cx="2145792" cy="537667"/>
          </a:xfrm>
          <a:prstGeom prst="rect">
            <a:avLst/>
          </a:prstGeom>
          <a:noFill/>
          <a:ln>
            <a:noFill/>
          </a:ln>
        </p:spPr>
        <p:txBody>
          <a:bodyPr spcFirstLastPara="1" wrap="square" lIns="114925" tIns="57475" rIns="114925" bIns="5747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
          <p:cNvSpPr txBox="1">
            <a:spLocks noGrp="1"/>
          </p:cNvSpPr>
          <p:nvPr>
            <p:ph type="sldNum" idx="12"/>
          </p:nvPr>
        </p:nvSpPr>
        <p:spPr>
          <a:xfrm>
            <a:off x="11380622" y="6116320"/>
            <a:ext cx="853440" cy="555955"/>
          </a:xfrm>
          <a:prstGeom prst="rect">
            <a:avLst/>
          </a:prstGeom>
          <a:noFill/>
          <a:ln>
            <a:noFill/>
          </a:ln>
        </p:spPr>
        <p:txBody>
          <a:bodyPr spcFirstLastPara="1" wrap="square" lIns="114925" tIns="57475" rIns="114925" bIns="574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8" name="Google Shape;48;p4"/>
          <p:cNvSpPr txBox="1">
            <a:spLocks noGrp="1"/>
          </p:cNvSpPr>
          <p:nvPr>
            <p:ph type="ftr" idx="11"/>
          </p:nvPr>
        </p:nvSpPr>
        <p:spPr>
          <a:xfrm rot="5400000">
            <a:off x="10319660" y="3925429"/>
            <a:ext cx="3413760" cy="512064"/>
          </a:xfrm>
          <a:prstGeom prst="rect">
            <a:avLst/>
          </a:prstGeom>
          <a:noFill/>
          <a:ln>
            <a:noFill/>
          </a:ln>
        </p:spPr>
        <p:txBody>
          <a:bodyPr spcFirstLastPara="1" wrap="square" lIns="114925" tIns="57475" rIns="114925" bIns="574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49"/>
        <p:cNvGrpSpPr/>
        <p:nvPr/>
      </p:nvGrpSpPr>
      <p:grpSpPr>
        <a:xfrm>
          <a:off x="0" y="0"/>
          <a:ext cx="0" cy="0"/>
          <a:chOff x="0" y="0"/>
          <a:chExt cx="0" cy="0"/>
        </a:xfrm>
      </p:grpSpPr>
      <p:sp>
        <p:nvSpPr>
          <p:cNvPr id="50" name="Google Shape;50;p5"/>
          <p:cNvSpPr txBox="1">
            <a:spLocks noGrp="1"/>
          </p:cNvSpPr>
          <p:nvPr>
            <p:ph type="title"/>
          </p:nvPr>
        </p:nvSpPr>
        <p:spPr>
          <a:xfrm>
            <a:off x="3200400" y="3088640"/>
            <a:ext cx="8641080" cy="2190496"/>
          </a:xfrm>
          <a:prstGeom prst="rect">
            <a:avLst/>
          </a:prstGeom>
          <a:noFill/>
          <a:ln>
            <a:noFill/>
          </a:ln>
        </p:spPr>
        <p:txBody>
          <a:bodyPr spcFirstLastPara="1" wrap="square" lIns="114925" tIns="57475" rIns="114925" bIns="57475" anchor="b" anchorCtr="0">
            <a:normAutofit/>
          </a:bodyPr>
          <a:lstStyle>
            <a:lvl1pPr lvl="0" algn="l">
              <a:spcBef>
                <a:spcPts val="0"/>
              </a:spcBef>
              <a:spcAft>
                <a:spcPts val="0"/>
              </a:spcAft>
              <a:buClr>
                <a:schemeClr val="lt2"/>
              </a:buClr>
              <a:buSzPts val="3800"/>
              <a:buFont typeface="Century Schoolbook"/>
              <a:buNone/>
              <a:defRPr sz="3800" b="1"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5"/>
          <p:cNvSpPr txBox="1">
            <a:spLocks noGrp="1"/>
          </p:cNvSpPr>
          <p:nvPr>
            <p:ph type="body" idx="1"/>
          </p:nvPr>
        </p:nvSpPr>
        <p:spPr>
          <a:xfrm>
            <a:off x="3200400" y="5344160"/>
            <a:ext cx="8641080" cy="1463040"/>
          </a:xfrm>
          <a:prstGeom prst="rect">
            <a:avLst/>
          </a:prstGeom>
          <a:noFill/>
          <a:ln>
            <a:noFill/>
          </a:ln>
        </p:spPr>
        <p:txBody>
          <a:bodyPr spcFirstLastPara="1" wrap="square" lIns="114925" tIns="57475" rIns="114925" bIns="57475" anchor="t" anchorCtr="0">
            <a:normAutofit/>
          </a:bodyPr>
          <a:lstStyle>
            <a:lvl1pPr marL="457200" lvl="0" indent="-228600" algn="l">
              <a:spcBef>
                <a:spcPts val="754"/>
              </a:spcBef>
              <a:spcAft>
                <a:spcPts val="0"/>
              </a:spcAft>
              <a:buSzPts val="1610"/>
              <a:buNone/>
              <a:defRPr sz="2300" b="1">
                <a:solidFill>
                  <a:schemeClr val="lt2"/>
                </a:solidFill>
              </a:defRPr>
            </a:lvl1pPr>
            <a:lvl2pPr marL="914400" lvl="1" indent="-228600" algn="l">
              <a:spcBef>
                <a:spcPts val="460"/>
              </a:spcBef>
              <a:spcAft>
                <a:spcPts val="0"/>
              </a:spcAft>
              <a:buSzPts val="1840"/>
              <a:buNone/>
              <a:defRPr sz="2300">
                <a:solidFill>
                  <a:schemeClr val="lt1"/>
                </a:solidFill>
              </a:defRPr>
            </a:lvl2pPr>
            <a:lvl3pPr marL="1371600" lvl="2" indent="-228600" algn="l">
              <a:spcBef>
                <a:spcPts val="400"/>
              </a:spcBef>
              <a:spcAft>
                <a:spcPts val="0"/>
              </a:spcAft>
              <a:buSzPts val="1200"/>
              <a:buNone/>
              <a:defRPr sz="2000">
                <a:solidFill>
                  <a:schemeClr val="lt1"/>
                </a:solidFill>
              </a:defRPr>
            </a:lvl3pPr>
            <a:lvl4pPr marL="1828800" lvl="3" indent="-228600" algn="l">
              <a:spcBef>
                <a:spcPts val="360"/>
              </a:spcBef>
              <a:spcAft>
                <a:spcPts val="0"/>
              </a:spcAft>
              <a:buSzPts val="1080"/>
              <a:buNone/>
              <a:defRPr sz="1800">
                <a:solidFill>
                  <a:schemeClr val="lt1"/>
                </a:solidFill>
              </a:defRPr>
            </a:lvl4pPr>
            <a:lvl5pPr marL="2286000" lvl="4" indent="-228600" algn="l">
              <a:spcBef>
                <a:spcPts val="360"/>
              </a:spcBef>
              <a:spcAft>
                <a:spcPts val="0"/>
              </a:spcAft>
              <a:buSzPts val="1224"/>
              <a:buNone/>
              <a:defRPr sz="1800">
                <a:solidFill>
                  <a:schemeClr val="lt1"/>
                </a:solidFill>
              </a:defRPr>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2" name="Google Shape;52;p5"/>
          <p:cNvSpPr txBox="1">
            <a:spLocks noGrp="1"/>
          </p:cNvSpPr>
          <p:nvPr>
            <p:ph type="dt" idx="10"/>
          </p:nvPr>
        </p:nvSpPr>
        <p:spPr>
          <a:xfrm rot="5400000">
            <a:off x="11249558" y="1184961"/>
            <a:ext cx="2438400" cy="533400"/>
          </a:xfrm>
          <a:prstGeom prst="rect">
            <a:avLst/>
          </a:prstGeom>
          <a:noFill/>
          <a:ln>
            <a:noFill/>
          </a:ln>
        </p:spPr>
        <p:txBody>
          <a:bodyPr spcFirstLastPara="1" wrap="square" lIns="114925" tIns="57475" rIns="114925" bIns="5747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
          <p:cNvSpPr txBox="1">
            <a:spLocks noGrp="1"/>
          </p:cNvSpPr>
          <p:nvPr>
            <p:ph type="ftr" idx="11"/>
          </p:nvPr>
        </p:nvSpPr>
        <p:spPr>
          <a:xfrm rot="5400000">
            <a:off x="10518038" y="4393387"/>
            <a:ext cx="3901440" cy="537667"/>
          </a:xfrm>
          <a:prstGeom prst="rect">
            <a:avLst/>
          </a:prstGeom>
          <a:noFill/>
          <a:ln>
            <a:noFill/>
          </a:ln>
        </p:spPr>
        <p:txBody>
          <a:bodyPr spcFirstLastPara="1" wrap="square" lIns="114925" tIns="57475" rIns="114925" bIns="574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
          <p:cNvSpPr/>
          <p:nvPr/>
        </p:nvSpPr>
        <p:spPr>
          <a:xfrm>
            <a:off x="533400" y="0"/>
            <a:ext cx="853440" cy="7315200"/>
          </a:xfrm>
          <a:prstGeom prst="rect">
            <a:avLst/>
          </a:prstGeom>
          <a:solidFill>
            <a:srgbClr val="FEC2AC">
              <a:alpha val="53725"/>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55" name="Google Shape;55;p5"/>
          <p:cNvSpPr/>
          <p:nvPr/>
        </p:nvSpPr>
        <p:spPr>
          <a:xfrm>
            <a:off x="386870" y="0"/>
            <a:ext cx="146530" cy="7315200"/>
          </a:xfrm>
          <a:prstGeom prst="rect">
            <a:avLst/>
          </a:prstGeom>
          <a:solidFill>
            <a:srgbClr val="FFD8CC">
              <a:alpha val="35686"/>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56" name="Google Shape;56;p5"/>
          <p:cNvSpPr/>
          <p:nvPr/>
        </p:nvSpPr>
        <p:spPr>
          <a:xfrm>
            <a:off x="1386840" y="0"/>
            <a:ext cx="254621" cy="7315200"/>
          </a:xfrm>
          <a:prstGeom prst="rect">
            <a:avLst/>
          </a:prstGeom>
          <a:solidFill>
            <a:srgbClr val="FFD8CC">
              <a:alpha val="69803"/>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57" name="Google Shape;57;p5"/>
          <p:cNvSpPr/>
          <p:nvPr/>
        </p:nvSpPr>
        <p:spPr>
          <a:xfrm>
            <a:off x="1597848" y="0"/>
            <a:ext cx="322392" cy="7315200"/>
          </a:xfrm>
          <a:prstGeom prst="rect">
            <a:avLst/>
          </a:prstGeom>
          <a:solidFill>
            <a:srgbClr val="FFEDE7">
              <a:alpha val="70980"/>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cxnSp>
        <p:nvCxnSpPr>
          <p:cNvPr id="58" name="Google Shape;58;p5"/>
          <p:cNvCxnSpPr/>
          <p:nvPr/>
        </p:nvCxnSpPr>
        <p:spPr>
          <a:xfrm>
            <a:off x="148882" y="0"/>
            <a:ext cx="0" cy="7315200"/>
          </a:xfrm>
          <a:prstGeom prst="straightConnector1">
            <a:avLst/>
          </a:prstGeom>
          <a:noFill/>
          <a:ln w="57150" cap="flat" cmpd="sng">
            <a:solidFill>
              <a:srgbClr val="FEC2AC">
                <a:alpha val="72941"/>
              </a:srgbClr>
            </a:solidFill>
            <a:prstDash val="solid"/>
            <a:round/>
            <a:headEnd type="none" w="sm" len="sm"/>
            <a:tailEnd type="none" w="sm" len="sm"/>
          </a:ln>
        </p:spPr>
      </p:cxnSp>
      <p:cxnSp>
        <p:nvCxnSpPr>
          <p:cNvPr id="59" name="Google Shape;59;p5"/>
          <p:cNvCxnSpPr/>
          <p:nvPr/>
        </p:nvCxnSpPr>
        <p:spPr>
          <a:xfrm>
            <a:off x="1280160" y="0"/>
            <a:ext cx="0" cy="7315200"/>
          </a:xfrm>
          <a:prstGeom prst="straightConnector1">
            <a:avLst/>
          </a:prstGeom>
          <a:noFill/>
          <a:ln w="57150" cap="flat" cmpd="sng">
            <a:solidFill>
              <a:srgbClr val="FFEDE7">
                <a:alpha val="82745"/>
              </a:srgbClr>
            </a:solidFill>
            <a:prstDash val="solid"/>
            <a:round/>
            <a:headEnd type="none" w="sm" len="sm"/>
            <a:tailEnd type="none" w="sm" len="sm"/>
          </a:ln>
        </p:spPr>
      </p:cxnSp>
      <p:cxnSp>
        <p:nvCxnSpPr>
          <p:cNvPr id="60" name="Google Shape;60;p5"/>
          <p:cNvCxnSpPr/>
          <p:nvPr/>
        </p:nvCxnSpPr>
        <p:spPr>
          <a:xfrm>
            <a:off x="1195757" y="0"/>
            <a:ext cx="0" cy="7315200"/>
          </a:xfrm>
          <a:prstGeom prst="straightConnector1">
            <a:avLst/>
          </a:prstGeom>
          <a:noFill/>
          <a:ln w="57150" cap="flat" cmpd="sng">
            <a:solidFill>
              <a:srgbClr val="FEC2AC"/>
            </a:solidFill>
            <a:prstDash val="solid"/>
            <a:round/>
            <a:headEnd type="none" w="sm" len="sm"/>
            <a:tailEnd type="none" w="sm" len="sm"/>
          </a:ln>
        </p:spPr>
      </p:cxnSp>
      <p:cxnSp>
        <p:nvCxnSpPr>
          <p:cNvPr id="61" name="Google Shape;61;p5"/>
          <p:cNvCxnSpPr/>
          <p:nvPr/>
        </p:nvCxnSpPr>
        <p:spPr>
          <a:xfrm>
            <a:off x="2417296" y="0"/>
            <a:ext cx="0" cy="7315200"/>
          </a:xfrm>
          <a:prstGeom prst="straightConnector1">
            <a:avLst/>
          </a:prstGeom>
          <a:noFill/>
          <a:ln w="28575" cap="flat" cmpd="sng">
            <a:solidFill>
              <a:srgbClr val="FEC2AC">
                <a:alpha val="81960"/>
              </a:srgbClr>
            </a:solidFill>
            <a:prstDash val="solid"/>
            <a:round/>
            <a:headEnd type="none" w="sm" len="sm"/>
            <a:tailEnd type="none" w="sm" len="sm"/>
          </a:ln>
        </p:spPr>
      </p:cxnSp>
      <p:cxnSp>
        <p:nvCxnSpPr>
          <p:cNvPr id="62" name="Google Shape;62;p5"/>
          <p:cNvCxnSpPr/>
          <p:nvPr/>
        </p:nvCxnSpPr>
        <p:spPr>
          <a:xfrm>
            <a:off x="1493520" y="0"/>
            <a:ext cx="0" cy="7315200"/>
          </a:xfrm>
          <a:prstGeom prst="straightConnector1">
            <a:avLst/>
          </a:prstGeom>
          <a:noFill/>
          <a:ln w="9525" cap="flat" cmpd="sng">
            <a:solidFill>
              <a:srgbClr val="FEC2AC"/>
            </a:solidFill>
            <a:prstDash val="solid"/>
            <a:round/>
            <a:headEnd type="none" w="sm" len="sm"/>
            <a:tailEnd type="none" w="sm" len="sm"/>
          </a:ln>
        </p:spPr>
      </p:cxnSp>
      <p:sp>
        <p:nvSpPr>
          <p:cNvPr id="63" name="Google Shape;63;p5"/>
          <p:cNvSpPr/>
          <p:nvPr/>
        </p:nvSpPr>
        <p:spPr>
          <a:xfrm>
            <a:off x="1706880" y="0"/>
            <a:ext cx="106680" cy="7315200"/>
          </a:xfrm>
          <a:prstGeom prst="rect">
            <a:avLst/>
          </a:prstGeom>
          <a:solidFill>
            <a:srgbClr val="FEC2AC">
              <a:alpha val="50980"/>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64" name="Google Shape;64;p5"/>
          <p:cNvSpPr/>
          <p:nvPr/>
        </p:nvSpPr>
        <p:spPr>
          <a:xfrm>
            <a:off x="853440" y="3657600"/>
            <a:ext cx="1813560" cy="1381760"/>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65" name="Google Shape;65;p5"/>
          <p:cNvSpPr/>
          <p:nvPr/>
        </p:nvSpPr>
        <p:spPr>
          <a:xfrm>
            <a:off x="1854585" y="5191202"/>
            <a:ext cx="897994" cy="684186"/>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66" name="Google Shape;66;p5"/>
          <p:cNvSpPr/>
          <p:nvPr/>
        </p:nvSpPr>
        <p:spPr>
          <a:xfrm>
            <a:off x="1527512" y="5867341"/>
            <a:ext cx="192024" cy="146304"/>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67" name="Google Shape;67;p5"/>
          <p:cNvSpPr/>
          <p:nvPr/>
        </p:nvSpPr>
        <p:spPr>
          <a:xfrm>
            <a:off x="2329891" y="6177280"/>
            <a:ext cx="384048" cy="292608"/>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68" name="Google Shape;68;p5"/>
          <p:cNvSpPr/>
          <p:nvPr/>
        </p:nvSpPr>
        <p:spPr>
          <a:xfrm>
            <a:off x="2630656" y="4778547"/>
            <a:ext cx="512064" cy="390144"/>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cxnSp>
        <p:nvCxnSpPr>
          <p:cNvPr id="69" name="Google Shape;69;p5"/>
          <p:cNvCxnSpPr/>
          <p:nvPr/>
        </p:nvCxnSpPr>
        <p:spPr>
          <a:xfrm>
            <a:off x="12737122" y="0"/>
            <a:ext cx="0" cy="7315200"/>
          </a:xfrm>
          <a:prstGeom prst="straightConnector1">
            <a:avLst/>
          </a:prstGeom>
          <a:noFill/>
          <a:ln w="57150" cap="flat" cmpd="thickThin">
            <a:solidFill>
              <a:srgbClr val="FEC2AC"/>
            </a:solidFill>
            <a:prstDash val="solid"/>
            <a:round/>
            <a:headEnd type="none" w="sm" len="sm"/>
            <a:tailEnd type="none" w="sm" len="sm"/>
          </a:ln>
        </p:spPr>
      </p:cxnSp>
      <p:sp>
        <p:nvSpPr>
          <p:cNvPr id="70" name="Google Shape;70;p5"/>
          <p:cNvSpPr txBox="1">
            <a:spLocks noGrp="1"/>
          </p:cNvSpPr>
          <p:nvPr>
            <p:ph type="sldNum" idx="12"/>
          </p:nvPr>
        </p:nvSpPr>
        <p:spPr>
          <a:xfrm>
            <a:off x="1876862" y="5257282"/>
            <a:ext cx="853440" cy="552026"/>
          </a:xfrm>
          <a:prstGeom prst="rect">
            <a:avLst/>
          </a:prstGeom>
          <a:noFill/>
          <a:ln>
            <a:noFill/>
          </a:ln>
        </p:spPr>
        <p:txBody>
          <a:bodyPr spcFirstLastPara="1" wrap="square" lIns="114925" tIns="57475" rIns="114925" bIns="574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1"/>
        <p:cNvGrpSpPr/>
        <p:nvPr/>
      </p:nvGrpSpPr>
      <p:grpSpPr>
        <a:xfrm>
          <a:off x="0" y="0"/>
          <a:ext cx="0" cy="0"/>
          <a:chOff x="0" y="0"/>
          <a:chExt cx="0" cy="0"/>
        </a:xfrm>
      </p:grpSpPr>
      <p:sp>
        <p:nvSpPr>
          <p:cNvPr id="72" name="Google Shape;72;p6"/>
          <p:cNvSpPr txBox="1">
            <a:spLocks noGrp="1"/>
          </p:cNvSpPr>
          <p:nvPr>
            <p:ph type="title"/>
          </p:nvPr>
        </p:nvSpPr>
        <p:spPr>
          <a:xfrm>
            <a:off x="640080" y="292947"/>
            <a:ext cx="10454640" cy="1219200"/>
          </a:xfrm>
          <a:prstGeom prst="rect">
            <a:avLst/>
          </a:prstGeom>
          <a:noFill/>
          <a:ln>
            <a:noFill/>
          </a:ln>
        </p:spPr>
        <p:txBody>
          <a:bodyPr spcFirstLastPara="1" wrap="square" lIns="114925" tIns="57475" rIns="114925" bIns="5747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6"/>
          <p:cNvSpPr txBox="1">
            <a:spLocks noGrp="1"/>
          </p:cNvSpPr>
          <p:nvPr>
            <p:ph type="dt" idx="10"/>
          </p:nvPr>
        </p:nvSpPr>
        <p:spPr>
          <a:xfrm rot="5400000">
            <a:off x="10960608" y="1089967"/>
            <a:ext cx="2145792" cy="537667"/>
          </a:xfrm>
          <a:prstGeom prst="rect">
            <a:avLst/>
          </a:prstGeom>
          <a:noFill/>
          <a:ln>
            <a:noFill/>
          </a:ln>
        </p:spPr>
        <p:txBody>
          <a:bodyPr spcFirstLastPara="1" wrap="square" lIns="114925" tIns="57475" rIns="114925" bIns="5747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6"/>
          <p:cNvSpPr txBox="1">
            <a:spLocks noGrp="1"/>
          </p:cNvSpPr>
          <p:nvPr>
            <p:ph type="ftr" idx="11"/>
          </p:nvPr>
        </p:nvSpPr>
        <p:spPr>
          <a:xfrm rot="5400000">
            <a:off x="10319660" y="3925429"/>
            <a:ext cx="3413760" cy="512064"/>
          </a:xfrm>
          <a:prstGeom prst="rect">
            <a:avLst/>
          </a:prstGeom>
          <a:noFill/>
          <a:ln>
            <a:noFill/>
          </a:ln>
        </p:spPr>
        <p:txBody>
          <a:bodyPr spcFirstLastPara="1" wrap="square" lIns="114925" tIns="57475" rIns="114925" bIns="574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6"/>
          <p:cNvSpPr txBox="1">
            <a:spLocks noGrp="1"/>
          </p:cNvSpPr>
          <p:nvPr>
            <p:ph type="sldNum" idx="12"/>
          </p:nvPr>
        </p:nvSpPr>
        <p:spPr>
          <a:xfrm>
            <a:off x="11380622" y="6116320"/>
            <a:ext cx="853440" cy="555955"/>
          </a:xfrm>
          <a:prstGeom prst="rect">
            <a:avLst/>
          </a:prstGeom>
          <a:noFill/>
          <a:ln>
            <a:noFill/>
          </a:ln>
        </p:spPr>
        <p:txBody>
          <a:bodyPr spcFirstLastPara="1" wrap="square" lIns="114925" tIns="57475" rIns="114925" bIns="574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76" name="Google Shape;76;p6"/>
          <p:cNvSpPr txBox="1">
            <a:spLocks noGrp="1"/>
          </p:cNvSpPr>
          <p:nvPr>
            <p:ph type="body" idx="1"/>
          </p:nvPr>
        </p:nvSpPr>
        <p:spPr>
          <a:xfrm>
            <a:off x="640080" y="1706880"/>
            <a:ext cx="5120640" cy="4876800"/>
          </a:xfrm>
          <a:prstGeom prst="rect">
            <a:avLst/>
          </a:prstGeom>
          <a:noFill/>
          <a:ln>
            <a:noFill/>
          </a:ln>
        </p:spPr>
        <p:txBody>
          <a:bodyPr spcFirstLastPara="1" wrap="square" lIns="114925" tIns="57475" rIns="114925" bIns="57475" anchor="t" anchorCtr="0">
            <a:normAutofit/>
          </a:bodyPr>
          <a:lstStyle>
            <a:lvl1pPr marL="457200" lvl="0" indent="-308610" algn="l">
              <a:spcBef>
                <a:spcPts val="754"/>
              </a:spcBef>
              <a:spcAft>
                <a:spcPts val="0"/>
              </a:spcAft>
              <a:buSzPts val="1260"/>
              <a:buChar char="🞆"/>
              <a:defRPr/>
            </a:lvl1pPr>
            <a:lvl2pPr marL="914400" lvl="1" indent="-320040" algn="l">
              <a:spcBef>
                <a:spcPts val="360"/>
              </a:spcBef>
              <a:spcAft>
                <a:spcPts val="0"/>
              </a:spcAft>
              <a:buSzPts val="1440"/>
              <a:buChar char="⚫"/>
              <a:defRPr/>
            </a:lvl2pPr>
            <a:lvl3pPr marL="1371600" lvl="2" indent="-297180" algn="l">
              <a:spcBef>
                <a:spcPts val="360"/>
              </a:spcBef>
              <a:spcAft>
                <a:spcPts val="0"/>
              </a:spcAft>
              <a:buSzPts val="1080"/>
              <a:buChar char="🞆"/>
              <a:defRPr/>
            </a:lvl3pPr>
            <a:lvl4pPr marL="1828800" lvl="3" indent="-297180" algn="l">
              <a:spcBef>
                <a:spcPts val="360"/>
              </a:spcBef>
              <a:spcAft>
                <a:spcPts val="0"/>
              </a:spcAft>
              <a:buSzPts val="1080"/>
              <a:buChar char="🞆"/>
              <a:defRPr/>
            </a:lvl4pPr>
            <a:lvl5pPr marL="2286000" lvl="4" indent="-306323" algn="l">
              <a:spcBef>
                <a:spcPts val="360"/>
              </a:spcBef>
              <a:spcAft>
                <a:spcPts val="0"/>
              </a:spcAft>
              <a:buSzPts val="1224"/>
              <a:buChar char="⚫"/>
              <a:defRPr/>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7" name="Google Shape;77;p6"/>
          <p:cNvSpPr txBox="1">
            <a:spLocks noGrp="1"/>
          </p:cNvSpPr>
          <p:nvPr>
            <p:ph type="body" idx="2"/>
          </p:nvPr>
        </p:nvSpPr>
        <p:spPr>
          <a:xfrm>
            <a:off x="5978347" y="1706880"/>
            <a:ext cx="5120640" cy="4876800"/>
          </a:xfrm>
          <a:prstGeom prst="rect">
            <a:avLst/>
          </a:prstGeom>
          <a:noFill/>
          <a:ln>
            <a:noFill/>
          </a:ln>
        </p:spPr>
        <p:txBody>
          <a:bodyPr spcFirstLastPara="1" wrap="square" lIns="114925" tIns="57475" rIns="114925" bIns="57475" anchor="t" anchorCtr="0">
            <a:normAutofit/>
          </a:bodyPr>
          <a:lstStyle>
            <a:lvl1pPr marL="457200" lvl="0" indent="-308610" algn="l">
              <a:spcBef>
                <a:spcPts val="754"/>
              </a:spcBef>
              <a:spcAft>
                <a:spcPts val="0"/>
              </a:spcAft>
              <a:buSzPts val="1260"/>
              <a:buChar char="🞆"/>
              <a:defRPr/>
            </a:lvl1pPr>
            <a:lvl2pPr marL="914400" lvl="1" indent="-320040" algn="l">
              <a:spcBef>
                <a:spcPts val="360"/>
              </a:spcBef>
              <a:spcAft>
                <a:spcPts val="0"/>
              </a:spcAft>
              <a:buSzPts val="1440"/>
              <a:buChar char="⚫"/>
              <a:defRPr/>
            </a:lvl2pPr>
            <a:lvl3pPr marL="1371600" lvl="2" indent="-297180" algn="l">
              <a:spcBef>
                <a:spcPts val="360"/>
              </a:spcBef>
              <a:spcAft>
                <a:spcPts val="0"/>
              </a:spcAft>
              <a:buSzPts val="1080"/>
              <a:buChar char="🞆"/>
              <a:defRPr/>
            </a:lvl3pPr>
            <a:lvl4pPr marL="1828800" lvl="3" indent="-297180" algn="l">
              <a:spcBef>
                <a:spcPts val="360"/>
              </a:spcBef>
              <a:spcAft>
                <a:spcPts val="0"/>
              </a:spcAft>
              <a:buSzPts val="1080"/>
              <a:buChar char="🞆"/>
              <a:defRPr/>
            </a:lvl4pPr>
            <a:lvl5pPr marL="2286000" lvl="4" indent="-306323" algn="l">
              <a:spcBef>
                <a:spcPts val="360"/>
              </a:spcBef>
              <a:spcAft>
                <a:spcPts val="0"/>
              </a:spcAft>
              <a:buSzPts val="1224"/>
              <a:buChar char="⚫"/>
              <a:defRPr/>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8"/>
        <p:cNvGrpSpPr/>
        <p:nvPr/>
      </p:nvGrpSpPr>
      <p:grpSpPr>
        <a:xfrm>
          <a:off x="0" y="0"/>
          <a:ext cx="0" cy="0"/>
          <a:chOff x="0" y="0"/>
          <a:chExt cx="0" cy="0"/>
        </a:xfrm>
      </p:grpSpPr>
      <p:sp>
        <p:nvSpPr>
          <p:cNvPr id="79" name="Google Shape;79;p7"/>
          <p:cNvSpPr txBox="1">
            <a:spLocks noGrp="1"/>
          </p:cNvSpPr>
          <p:nvPr>
            <p:ph type="title"/>
          </p:nvPr>
        </p:nvSpPr>
        <p:spPr>
          <a:xfrm>
            <a:off x="640080" y="291253"/>
            <a:ext cx="10561320" cy="1219200"/>
          </a:xfrm>
          <a:prstGeom prst="rect">
            <a:avLst/>
          </a:prstGeom>
          <a:noFill/>
          <a:ln>
            <a:noFill/>
          </a:ln>
        </p:spPr>
        <p:txBody>
          <a:bodyPr spcFirstLastPara="1" wrap="square" lIns="114925" tIns="57475" rIns="114925" bIns="57475" anchor="b" anchorCtr="0">
            <a:normAutofit/>
          </a:bodyPr>
          <a:lstStyle>
            <a:lvl1pPr lvl="0" algn="l">
              <a:spcBef>
                <a:spcPts val="0"/>
              </a:spcBef>
              <a:spcAft>
                <a:spcPts val="0"/>
              </a:spcAft>
              <a:buClr>
                <a:schemeClr val="dk2"/>
              </a:buClr>
              <a:buSzPts val="3800"/>
              <a:buFont typeface="Century Schoolboo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7"/>
          <p:cNvSpPr txBox="1">
            <a:spLocks noGrp="1"/>
          </p:cNvSpPr>
          <p:nvPr>
            <p:ph type="dt" idx="10"/>
          </p:nvPr>
        </p:nvSpPr>
        <p:spPr>
          <a:xfrm rot="5400000">
            <a:off x="10960608" y="1089967"/>
            <a:ext cx="2145792" cy="537667"/>
          </a:xfrm>
          <a:prstGeom prst="rect">
            <a:avLst/>
          </a:prstGeom>
          <a:noFill/>
          <a:ln>
            <a:noFill/>
          </a:ln>
        </p:spPr>
        <p:txBody>
          <a:bodyPr spcFirstLastPara="1" wrap="square" lIns="114925" tIns="57475" rIns="114925" bIns="5747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7"/>
          <p:cNvSpPr txBox="1">
            <a:spLocks noGrp="1"/>
          </p:cNvSpPr>
          <p:nvPr>
            <p:ph type="ftr" idx="11"/>
          </p:nvPr>
        </p:nvSpPr>
        <p:spPr>
          <a:xfrm rot="5400000">
            <a:off x="10319660" y="3925429"/>
            <a:ext cx="3413760" cy="512064"/>
          </a:xfrm>
          <a:prstGeom prst="rect">
            <a:avLst/>
          </a:prstGeom>
          <a:noFill/>
          <a:ln>
            <a:noFill/>
          </a:ln>
        </p:spPr>
        <p:txBody>
          <a:bodyPr spcFirstLastPara="1" wrap="square" lIns="114925" tIns="57475" rIns="114925" bIns="574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7"/>
          <p:cNvSpPr txBox="1">
            <a:spLocks noGrp="1"/>
          </p:cNvSpPr>
          <p:nvPr>
            <p:ph type="sldNum" idx="12"/>
          </p:nvPr>
        </p:nvSpPr>
        <p:spPr>
          <a:xfrm>
            <a:off x="11380622" y="6116320"/>
            <a:ext cx="853440" cy="555955"/>
          </a:xfrm>
          <a:prstGeom prst="rect">
            <a:avLst/>
          </a:prstGeom>
          <a:noFill/>
          <a:ln>
            <a:noFill/>
          </a:ln>
        </p:spPr>
        <p:txBody>
          <a:bodyPr spcFirstLastPara="1" wrap="square" lIns="114925" tIns="57475" rIns="114925" bIns="574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83" name="Google Shape;83;p7"/>
          <p:cNvSpPr txBox="1">
            <a:spLocks noGrp="1"/>
          </p:cNvSpPr>
          <p:nvPr>
            <p:ph type="body" idx="1"/>
          </p:nvPr>
        </p:nvSpPr>
        <p:spPr>
          <a:xfrm>
            <a:off x="640080" y="2519680"/>
            <a:ext cx="5120640" cy="4145280"/>
          </a:xfrm>
          <a:prstGeom prst="rect">
            <a:avLst/>
          </a:prstGeom>
          <a:noFill/>
          <a:ln>
            <a:noFill/>
          </a:ln>
        </p:spPr>
        <p:txBody>
          <a:bodyPr spcFirstLastPara="1" wrap="square" lIns="114925" tIns="57475" rIns="114925" bIns="57475" anchor="t" anchorCtr="0">
            <a:normAutofit/>
          </a:bodyPr>
          <a:lstStyle>
            <a:lvl1pPr marL="457200" lvl="0" indent="-308610" algn="l">
              <a:spcBef>
                <a:spcPts val="754"/>
              </a:spcBef>
              <a:spcAft>
                <a:spcPts val="0"/>
              </a:spcAft>
              <a:buSzPts val="1260"/>
              <a:buChar char="🞆"/>
              <a:defRPr/>
            </a:lvl1pPr>
            <a:lvl2pPr marL="914400" lvl="1" indent="-320040" algn="l">
              <a:spcBef>
                <a:spcPts val="360"/>
              </a:spcBef>
              <a:spcAft>
                <a:spcPts val="0"/>
              </a:spcAft>
              <a:buSzPts val="1440"/>
              <a:buChar char="⚫"/>
              <a:defRPr/>
            </a:lvl2pPr>
            <a:lvl3pPr marL="1371600" lvl="2" indent="-297180" algn="l">
              <a:spcBef>
                <a:spcPts val="360"/>
              </a:spcBef>
              <a:spcAft>
                <a:spcPts val="0"/>
              </a:spcAft>
              <a:buSzPts val="1080"/>
              <a:buChar char="🞆"/>
              <a:defRPr/>
            </a:lvl3pPr>
            <a:lvl4pPr marL="1828800" lvl="3" indent="-297180" algn="l">
              <a:spcBef>
                <a:spcPts val="360"/>
              </a:spcBef>
              <a:spcAft>
                <a:spcPts val="0"/>
              </a:spcAft>
              <a:buSzPts val="1080"/>
              <a:buChar char="🞆"/>
              <a:defRPr/>
            </a:lvl4pPr>
            <a:lvl5pPr marL="2286000" lvl="4" indent="-306323" algn="l">
              <a:spcBef>
                <a:spcPts val="360"/>
              </a:spcBef>
              <a:spcAft>
                <a:spcPts val="0"/>
              </a:spcAft>
              <a:buSzPts val="1224"/>
              <a:buChar char="⚫"/>
              <a:defRPr/>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4" name="Google Shape;84;p7"/>
          <p:cNvSpPr txBox="1">
            <a:spLocks noGrp="1"/>
          </p:cNvSpPr>
          <p:nvPr>
            <p:ph type="body" idx="2"/>
          </p:nvPr>
        </p:nvSpPr>
        <p:spPr>
          <a:xfrm>
            <a:off x="6120765" y="2519680"/>
            <a:ext cx="5120640" cy="4145280"/>
          </a:xfrm>
          <a:prstGeom prst="rect">
            <a:avLst/>
          </a:prstGeom>
          <a:noFill/>
          <a:ln>
            <a:noFill/>
          </a:ln>
        </p:spPr>
        <p:txBody>
          <a:bodyPr spcFirstLastPara="1" wrap="square" lIns="114925" tIns="57475" rIns="114925" bIns="57475" anchor="t" anchorCtr="0">
            <a:normAutofit/>
          </a:bodyPr>
          <a:lstStyle>
            <a:lvl1pPr marL="457200" lvl="0" indent="-308610" algn="l">
              <a:spcBef>
                <a:spcPts val="754"/>
              </a:spcBef>
              <a:spcAft>
                <a:spcPts val="0"/>
              </a:spcAft>
              <a:buSzPts val="1260"/>
              <a:buChar char="🞆"/>
              <a:defRPr/>
            </a:lvl1pPr>
            <a:lvl2pPr marL="914400" lvl="1" indent="-320040" algn="l">
              <a:spcBef>
                <a:spcPts val="360"/>
              </a:spcBef>
              <a:spcAft>
                <a:spcPts val="0"/>
              </a:spcAft>
              <a:buSzPts val="1440"/>
              <a:buChar char="⚫"/>
              <a:defRPr/>
            </a:lvl2pPr>
            <a:lvl3pPr marL="1371600" lvl="2" indent="-297180" algn="l">
              <a:spcBef>
                <a:spcPts val="360"/>
              </a:spcBef>
              <a:spcAft>
                <a:spcPts val="0"/>
              </a:spcAft>
              <a:buSzPts val="1080"/>
              <a:buChar char="🞆"/>
              <a:defRPr/>
            </a:lvl3pPr>
            <a:lvl4pPr marL="1828800" lvl="3" indent="-297180" algn="l">
              <a:spcBef>
                <a:spcPts val="360"/>
              </a:spcBef>
              <a:spcAft>
                <a:spcPts val="0"/>
              </a:spcAft>
              <a:buSzPts val="1080"/>
              <a:buChar char="🞆"/>
              <a:defRPr/>
            </a:lvl4pPr>
            <a:lvl5pPr marL="2286000" lvl="4" indent="-306323" algn="l">
              <a:spcBef>
                <a:spcPts val="360"/>
              </a:spcBef>
              <a:spcAft>
                <a:spcPts val="0"/>
              </a:spcAft>
              <a:buSzPts val="1224"/>
              <a:buChar char="⚫"/>
              <a:defRPr/>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5" name="Google Shape;85;p7"/>
          <p:cNvSpPr>
            <a:spLocks noGrp="1"/>
          </p:cNvSpPr>
          <p:nvPr>
            <p:ph type="body" idx="3"/>
          </p:nvPr>
        </p:nvSpPr>
        <p:spPr>
          <a:xfrm>
            <a:off x="640080" y="1674368"/>
            <a:ext cx="5120640" cy="702259"/>
          </a:xfrm>
          <a:prstGeom prst="roundRect">
            <a:avLst>
              <a:gd name="adj" fmla="val 16667"/>
            </a:avLst>
          </a:prstGeom>
          <a:solidFill>
            <a:schemeClr val="accent1"/>
          </a:solidFill>
          <a:ln>
            <a:noFill/>
          </a:ln>
        </p:spPr>
        <p:txBody>
          <a:bodyPr spcFirstLastPara="1" wrap="square" lIns="114925" tIns="57475" rIns="114925" bIns="57475" anchor="ctr" anchorCtr="0">
            <a:normAutofit/>
          </a:bodyPr>
          <a:lstStyle>
            <a:lvl1pPr marL="457200" lvl="0" indent="-228600" algn="l">
              <a:spcBef>
                <a:spcPts val="754"/>
              </a:spcBef>
              <a:spcAft>
                <a:spcPts val="0"/>
              </a:spcAft>
              <a:buSzPts val="1750"/>
              <a:buFont typeface="Century Schoolbook"/>
              <a:buNone/>
              <a:defRPr sz="2500" b="1">
                <a:solidFill>
                  <a:srgbClr val="FFFFFF"/>
                </a:solidFill>
              </a:defRPr>
            </a:lvl1pPr>
            <a:lvl2pPr marL="914400" lvl="1" indent="-320040" algn="l">
              <a:spcBef>
                <a:spcPts val="360"/>
              </a:spcBef>
              <a:spcAft>
                <a:spcPts val="0"/>
              </a:spcAft>
              <a:buSzPts val="1440"/>
              <a:buChar char="⚫"/>
              <a:defRPr/>
            </a:lvl2pPr>
            <a:lvl3pPr marL="1371600" lvl="2" indent="-297180" algn="l">
              <a:spcBef>
                <a:spcPts val="360"/>
              </a:spcBef>
              <a:spcAft>
                <a:spcPts val="0"/>
              </a:spcAft>
              <a:buSzPts val="1080"/>
              <a:buChar char="🞆"/>
              <a:defRPr/>
            </a:lvl3pPr>
            <a:lvl4pPr marL="1828800" lvl="3" indent="-297180" algn="l">
              <a:spcBef>
                <a:spcPts val="360"/>
              </a:spcBef>
              <a:spcAft>
                <a:spcPts val="0"/>
              </a:spcAft>
              <a:buSzPts val="1080"/>
              <a:buChar char="🞆"/>
              <a:defRPr/>
            </a:lvl4pPr>
            <a:lvl5pPr marL="2286000" lvl="4" indent="-306323" algn="l">
              <a:spcBef>
                <a:spcPts val="360"/>
              </a:spcBef>
              <a:spcAft>
                <a:spcPts val="0"/>
              </a:spcAft>
              <a:buSzPts val="1224"/>
              <a:buChar char="⚫"/>
              <a:defRPr/>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6" name="Google Shape;86;p7"/>
          <p:cNvSpPr>
            <a:spLocks noGrp="1"/>
          </p:cNvSpPr>
          <p:nvPr>
            <p:ph type="body" idx="4"/>
          </p:nvPr>
        </p:nvSpPr>
        <p:spPr>
          <a:xfrm>
            <a:off x="6080760" y="1674368"/>
            <a:ext cx="5120640" cy="702259"/>
          </a:xfrm>
          <a:prstGeom prst="roundRect">
            <a:avLst>
              <a:gd name="adj" fmla="val 16667"/>
            </a:avLst>
          </a:prstGeom>
          <a:solidFill>
            <a:schemeClr val="accent1"/>
          </a:solidFill>
          <a:ln>
            <a:noFill/>
          </a:ln>
        </p:spPr>
        <p:txBody>
          <a:bodyPr spcFirstLastPara="1" wrap="square" lIns="114925" tIns="57475" rIns="114925" bIns="57475" anchor="ctr" anchorCtr="0">
            <a:normAutofit/>
          </a:bodyPr>
          <a:lstStyle>
            <a:lvl1pPr marL="457200" lvl="0" indent="-228600" algn="l">
              <a:spcBef>
                <a:spcPts val="754"/>
              </a:spcBef>
              <a:spcAft>
                <a:spcPts val="0"/>
              </a:spcAft>
              <a:buSzPts val="1750"/>
              <a:buFont typeface="Century Schoolbook"/>
              <a:buNone/>
              <a:defRPr sz="2500" b="1">
                <a:solidFill>
                  <a:srgbClr val="FFFFFF"/>
                </a:solidFill>
              </a:defRPr>
            </a:lvl1pPr>
            <a:lvl2pPr marL="914400" lvl="1" indent="-320040" algn="l">
              <a:spcBef>
                <a:spcPts val="360"/>
              </a:spcBef>
              <a:spcAft>
                <a:spcPts val="0"/>
              </a:spcAft>
              <a:buSzPts val="1440"/>
              <a:buChar char="⚫"/>
              <a:defRPr/>
            </a:lvl2pPr>
            <a:lvl3pPr marL="1371600" lvl="2" indent="-297180" algn="l">
              <a:spcBef>
                <a:spcPts val="360"/>
              </a:spcBef>
              <a:spcAft>
                <a:spcPts val="0"/>
              </a:spcAft>
              <a:buSzPts val="1080"/>
              <a:buChar char="🞆"/>
              <a:defRPr/>
            </a:lvl3pPr>
            <a:lvl4pPr marL="1828800" lvl="3" indent="-297180" algn="l">
              <a:spcBef>
                <a:spcPts val="360"/>
              </a:spcBef>
              <a:spcAft>
                <a:spcPts val="0"/>
              </a:spcAft>
              <a:buSzPts val="1080"/>
              <a:buChar char="🞆"/>
              <a:defRPr/>
            </a:lvl4pPr>
            <a:lvl5pPr marL="2286000" lvl="4" indent="-306323" algn="l">
              <a:spcBef>
                <a:spcPts val="360"/>
              </a:spcBef>
              <a:spcAft>
                <a:spcPts val="0"/>
              </a:spcAft>
              <a:buSzPts val="1224"/>
              <a:buChar char="⚫"/>
              <a:defRPr/>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p8"/>
          <p:cNvSpPr txBox="1">
            <a:spLocks noGrp="1"/>
          </p:cNvSpPr>
          <p:nvPr>
            <p:ph type="title"/>
          </p:nvPr>
        </p:nvSpPr>
        <p:spPr>
          <a:xfrm>
            <a:off x="640080" y="292947"/>
            <a:ext cx="10454640" cy="1219200"/>
          </a:xfrm>
          <a:prstGeom prst="rect">
            <a:avLst/>
          </a:prstGeom>
          <a:noFill/>
          <a:ln>
            <a:noFill/>
          </a:ln>
        </p:spPr>
        <p:txBody>
          <a:bodyPr spcFirstLastPara="1" wrap="square" lIns="114925" tIns="57475" rIns="114925" bIns="5747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8"/>
          <p:cNvSpPr txBox="1">
            <a:spLocks noGrp="1"/>
          </p:cNvSpPr>
          <p:nvPr>
            <p:ph type="dt" idx="10"/>
          </p:nvPr>
        </p:nvSpPr>
        <p:spPr>
          <a:xfrm rot="5400000">
            <a:off x="10960608" y="1089967"/>
            <a:ext cx="2145792" cy="537667"/>
          </a:xfrm>
          <a:prstGeom prst="rect">
            <a:avLst/>
          </a:prstGeom>
          <a:noFill/>
          <a:ln>
            <a:noFill/>
          </a:ln>
        </p:spPr>
        <p:txBody>
          <a:bodyPr spcFirstLastPara="1" wrap="square" lIns="114925" tIns="57475" rIns="114925" bIns="5747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8"/>
          <p:cNvSpPr txBox="1">
            <a:spLocks noGrp="1"/>
          </p:cNvSpPr>
          <p:nvPr>
            <p:ph type="sldNum" idx="12"/>
          </p:nvPr>
        </p:nvSpPr>
        <p:spPr>
          <a:xfrm>
            <a:off x="11380622" y="6116320"/>
            <a:ext cx="853440" cy="555955"/>
          </a:xfrm>
          <a:prstGeom prst="rect">
            <a:avLst/>
          </a:prstGeom>
          <a:noFill/>
          <a:ln>
            <a:noFill/>
          </a:ln>
        </p:spPr>
        <p:txBody>
          <a:bodyPr spcFirstLastPara="1" wrap="square" lIns="114925" tIns="57475" rIns="114925" bIns="574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91" name="Google Shape;91;p8"/>
          <p:cNvSpPr txBox="1">
            <a:spLocks noGrp="1"/>
          </p:cNvSpPr>
          <p:nvPr>
            <p:ph type="ftr" idx="11"/>
          </p:nvPr>
        </p:nvSpPr>
        <p:spPr>
          <a:xfrm rot="5400000">
            <a:off x="10319660" y="3925429"/>
            <a:ext cx="3413760" cy="512064"/>
          </a:xfrm>
          <a:prstGeom prst="rect">
            <a:avLst/>
          </a:prstGeom>
          <a:noFill/>
          <a:ln>
            <a:noFill/>
          </a:ln>
        </p:spPr>
        <p:txBody>
          <a:bodyPr spcFirstLastPara="1" wrap="square" lIns="114925" tIns="57475" rIns="114925" bIns="574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bg>
      <p:bgPr>
        <a:solidFill>
          <a:schemeClr val="lt1"/>
        </a:solidFill>
        <a:effectLst/>
      </p:bgPr>
    </p:bg>
    <p:spTree>
      <p:nvGrpSpPr>
        <p:cNvPr id="1" name="Shape 92"/>
        <p:cNvGrpSpPr/>
        <p:nvPr/>
      </p:nvGrpSpPr>
      <p:grpSpPr>
        <a:xfrm>
          <a:off x="0" y="0"/>
          <a:ext cx="0" cy="0"/>
          <a:chOff x="0" y="0"/>
          <a:chExt cx="0" cy="0"/>
        </a:xfrm>
      </p:grpSpPr>
      <p:cxnSp>
        <p:nvCxnSpPr>
          <p:cNvPr id="93" name="Google Shape;93;p9"/>
          <p:cNvCxnSpPr/>
          <p:nvPr/>
        </p:nvCxnSpPr>
        <p:spPr>
          <a:xfrm>
            <a:off x="12268200" y="0"/>
            <a:ext cx="0" cy="7315200"/>
          </a:xfrm>
          <a:prstGeom prst="straightConnector1">
            <a:avLst/>
          </a:prstGeom>
          <a:noFill/>
          <a:ln w="38100" cap="flat" cmpd="sng">
            <a:solidFill>
              <a:srgbClr val="FEC2AC">
                <a:alpha val="92941"/>
              </a:srgbClr>
            </a:solidFill>
            <a:prstDash val="solid"/>
            <a:round/>
            <a:headEnd type="none" w="sm" len="sm"/>
            <a:tailEnd type="none" w="sm" len="sm"/>
          </a:ln>
        </p:spPr>
      </p:cxnSp>
      <p:sp>
        <p:nvSpPr>
          <p:cNvPr id="94" name="Google Shape;94;p9"/>
          <p:cNvSpPr txBox="1">
            <a:spLocks noGrp="1"/>
          </p:cNvSpPr>
          <p:nvPr>
            <p:ph type="title"/>
          </p:nvPr>
        </p:nvSpPr>
        <p:spPr>
          <a:xfrm rot="5400000">
            <a:off x="5772150" y="3337560"/>
            <a:ext cx="6729984" cy="640080"/>
          </a:xfrm>
          <a:prstGeom prst="rect">
            <a:avLst/>
          </a:prstGeom>
          <a:noFill/>
          <a:ln>
            <a:noFill/>
          </a:ln>
        </p:spPr>
        <p:txBody>
          <a:bodyPr spcFirstLastPara="1" wrap="square" lIns="114925" tIns="57475" rIns="114925" bIns="57475" anchor="b" anchorCtr="0">
            <a:normAutofit/>
          </a:bodyPr>
          <a:lstStyle>
            <a:lvl1pPr lvl="0" algn="l">
              <a:spcBef>
                <a:spcPts val="0"/>
              </a:spcBef>
              <a:spcAft>
                <a:spcPts val="0"/>
              </a:spcAft>
              <a:buClr>
                <a:schemeClr val="dk2"/>
              </a:buClr>
              <a:buSzPts val="2500"/>
              <a:buFont typeface="Century Schoolbook"/>
              <a:buNone/>
              <a:defRPr sz="2500" b="1"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9"/>
          <p:cNvSpPr txBox="1">
            <a:spLocks noGrp="1"/>
          </p:cNvSpPr>
          <p:nvPr>
            <p:ph type="body" idx="1"/>
          </p:nvPr>
        </p:nvSpPr>
        <p:spPr>
          <a:xfrm>
            <a:off x="9537192" y="292608"/>
            <a:ext cx="2137867" cy="5315712"/>
          </a:xfrm>
          <a:prstGeom prst="rect">
            <a:avLst/>
          </a:prstGeom>
          <a:noFill/>
          <a:ln>
            <a:noFill/>
          </a:ln>
        </p:spPr>
        <p:txBody>
          <a:bodyPr spcFirstLastPara="1" wrap="square" lIns="114925" tIns="57475" rIns="114925" bIns="57475" anchor="t" anchorCtr="0">
            <a:normAutofit/>
          </a:bodyPr>
          <a:lstStyle>
            <a:lvl1pPr marL="457200" lvl="0" indent="-228600" algn="l">
              <a:spcBef>
                <a:spcPts val="503"/>
              </a:spcBef>
              <a:spcAft>
                <a:spcPts val="0"/>
              </a:spcAft>
              <a:buSzPts val="1050"/>
              <a:buNone/>
              <a:defRPr sz="1500"/>
            </a:lvl1pPr>
            <a:lvl2pPr marL="914400" lvl="1" indent="-228600" algn="l">
              <a:spcBef>
                <a:spcPts val="1257"/>
              </a:spcBef>
              <a:spcAft>
                <a:spcPts val="0"/>
              </a:spcAft>
              <a:buSzPts val="1200"/>
              <a:buNone/>
              <a:defRPr sz="1500"/>
            </a:lvl2pPr>
            <a:lvl3pPr marL="1371600" lvl="2" indent="-228600" algn="l">
              <a:spcBef>
                <a:spcPts val="260"/>
              </a:spcBef>
              <a:spcAft>
                <a:spcPts val="0"/>
              </a:spcAft>
              <a:buSzPts val="780"/>
              <a:buNone/>
              <a:defRPr sz="1300"/>
            </a:lvl3pPr>
            <a:lvl4pPr marL="1828800" lvl="3" indent="-228600" algn="l">
              <a:spcBef>
                <a:spcPts val="220"/>
              </a:spcBef>
              <a:spcAft>
                <a:spcPts val="0"/>
              </a:spcAft>
              <a:buSzPts val="660"/>
              <a:buNone/>
              <a:defRPr sz="1100"/>
            </a:lvl4pPr>
            <a:lvl5pPr marL="2286000" lvl="4" indent="-228600" algn="l">
              <a:spcBef>
                <a:spcPts val="220"/>
              </a:spcBef>
              <a:spcAft>
                <a:spcPts val="0"/>
              </a:spcAft>
              <a:buSzPts val="748"/>
              <a:buNone/>
              <a:defRPr sz="1100"/>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cxnSp>
        <p:nvCxnSpPr>
          <p:cNvPr id="96" name="Google Shape;96;p9"/>
          <p:cNvCxnSpPr/>
          <p:nvPr/>
        </p:nvCxnSpPr>
        <p:spPr>
          <a:xfrm>
            <a:off x="8747760" y="0"/>
            <a:ext cx="0" cy="7315200"/>
          </a:xfrm>
          <a:prstGeom prst="straightConnector1">
            <a:avLst/>
          </a:prstGeom>
          <a:noFill/>
          <a:ln w="38100" cap="flat" cmpd="sng">
            <a:solidFill>
              <a:srgbClr val="FEC2AC"/>
            </a:solidFill>
            <a:prstDash val="solid"/>
            <a:round/>
            <a:headEnd type="none" w="sm" len="sm"/>
            <a:tailEnd type="none" w="sm" len="sm"/>
          </a:ln>
        </p:spPr>
      </p:cxnSp>
      <p:cxnSp>
        <p:nvCxnSpPr>
          <p:cNvPr id="97" name="Google Shape;97;p9"/>
          <p:cNvCxnSpPr/>
          <p:nvPr/>
        </p:nvCxnSpPr>
        <p:spPr>
          <a:xfrm>
            <a:off x="8669214" y="0"/>
            <a:ext cx="0" cy="7315200"/>
          </a:xfrm>
          <a:prstGeom prst="straightConnector1">
            <a:avLst/>
          </a:prstGeom>
          <a:noFill/>
          <a:ln w="12700" cap="flat" cmpd="sng">
            <a:solidFill>
              <a:schemeClr val="accent1"/>
            </a:solidFill>
            <a:prstDash val="solid"/>
            <a:round/>
            <a:headEnd type="none" w="sm" len="sm"/>
            <a:tailEnd type="none" w="sm" len="sm"/>
          </a:ln>
        </p:spPr>
      </p:cxnSp>
      <p:cxnSp>
        <p:nvCxnSpPr>
          <p:cNvPr id="98" name="Google Shape;98;p9"/>
          <p:cNvCxnSpPr/>
          <p:nvPr/>
        </p:nvCxnSpPr>
        <p:spPr>
          <a:xfrm>
            <a:off x="12588240" y="0"/>
            <a:ext cx="0" cy="7315200"/>
          </a:xfrm>
          <a:prstGeom prst="straightConnector1">
            <a:avLst/>
          </a:prstGeom>
          <a:noFill/>
          <a:ln w="19050" cap="flat" cmpd="sng">
            <a:solidFill>
              <a:schemeClr val="accent1"/>
            </a:solidFill>
            <a:prstDash val="solid"/>
            <a:round/>
            <a:headEnd type="none" w="sm" len="sm"/>
            <a:tailEnd type="none" w="sm" len="sm"/>
          </a:ln>
        </p:spPr>
      </p:cxnSp>
      <p:sp>
        <p:nvSpPr>
          <p:cNvPr id="99" name="Google Shape;99;p9"/>
          <p:cNvSpPr/>
          <p:nvPr/>
        </p:nvSpPr>
        <p:spPr>
          <a:xfrm>
            <a:off x="12374880" y="0"/>
            <a:ext cx="426720" cy="7315200"/>
          </a:xfrm>
          <a:prstGeom prst="rect">
            <a:avLst/>
          </a:prstGeom>
          <a:solidFill>
            <a:srgbClr val="FEC2AC">
              <a:alpha val="86666"/>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cxnSp>
        <p:nvCxnSpPr>
          <p:cNvPr id="100" name="Google Shape;100;p9"/>
          <p:cNvCxnSpPr/>
          <p:nvPr/>
        </p:nvCxnSpPr>
        <p:spPr>
          <a:xfrm>
            <a:off x="12481560" y="0"/>
            <a:ext cx="0" cy="7315200"/>
          </a:xfrm>
          <a:prstGeom prst="straightConnector1">
            <a:avLst/>
          </a:prstGeom>
          <a:noFill/>
          <a:ln w="9525" cap="flat" cmpd="sng">
            <a:solidFill>
              <a:schemeClr val="accent1"/>
            </a:solidFill>
            <a:prstDash val="solid"/>
            <a:round/>
            <a:headEnd type="none" w="sm" len="sm"/>
            <a:tailEnd type="none" w="sm" len="sm"/>
          </a:ln>
        </p:spPr>
      </p:cxnSp>
      <p:sp>
        <p:nvSpPr>
          <p:cNvPr id="101" name="Google Shape;101;p9"/>
          <p:cNvSpPr/>
          <p:nvPr/>
        </p:nvSpPr>
        <p:spPr>
          <a:xfrm>
            <a:off x="11419027" y="6096000"/>
            <a:ext cx="768096" cy="585216"/>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102" name="Google Shape;102;p9"/>
          <p:cNvSpPr txBox="1">
            <a:spLocks noGrp="1"/>
          </p:cNvSpPr>
          <p:nvPr>
            <p:ph type="body" idx="2"/>
          </p:nvPr>
        </p:nvSpPr>
        <p:spPr>
          <a:xfrm>
            <a:off x="426720" y="292608"/>
            <a:ext cx="7894320" cy="6749491"/>
          </a:xfrm>
          <a:prstGeom prst="rect">
            <a:avLst/>
          </a:prstGeom>
          <a:noFill/>
          <a:ln>
            <a:noFill/>
          </a:ln>
        </p:spPr>
        <p:txBody>
          <a:bodyPr spcFirstLastPara="1" wrap="square" lIns="114925" tIns="57475" rIns="114925" bIns="57475" anchor="t" anchorCtr="0">
            <a:normAutofit/>
          </a:bodyPr>
          <a:lstStyle>
            <a:lvl1pPr marL="457200" lvl="0" indent="-308610" algn="l">
              <a:spcBef>
                <a:spcPts val="754"/>
              </a:spcBef>
              <a:spcAft>
                <a:spcPts val="0"/>
              </a:spcAft>
              <a:buSzPts val="1260"/>
              <a:buChar char="🞆"/>
              <a:defRPr/>
            </a:lvl1pPr>
            <a:lvl2pPr marL="914400" lvl="1" indent="-320040" algn="l">
              <a:spcBef>
                <a:spcPts val="360"/>
              </a:spcBef>
              <a:spcAft>
                <a:spcPts val="0"/>
              </a:spcAft>
              <a:buSzPts val="1440"/>
              <a:buChar char="⚫"/>
              <a:defRPr/>
            </a:lvl2pPr>
            <a:lvl3pPr marL="1371600" lvl="2" indent="-297180" algn="l">
              <a:spcBef>
                <a:spcPts val="360"/>
              </a:spcBef>
              <a:spcAft>
                <a:spcPts val="0"/>
              </a:spcAft>
              <a:buSzPts val="1080"/>
              <a:buChar char="🞆"/>
              <a:defRPr/>
            </a:lvl3pPr>
            <a:lvl4pPr marL="1828800" lvl="3" indent="-297180" algn="l">
              <a:spcBef>
                <a:spcPts val="360"/>
              </a:spcBef>
              <a:spcAft>
                <a:spcPts val="0"/>
              </a:spcAft>
              <a:buSzPts val="1080"/>
              <a:buChar char="🞆"/>
              <a:defRPr/>
            </a:lvl4pPr>
            <a:lvl5pPr marL="2286000" lvl="4" indent="-306323" algn="l">
              <a:spcBef>
                <a:spcPts val="360"/>
              </a:spcBef>
              <a:spcAft>
                <a:spcPts val="0"/>
              </a:spcAft>
              <a:buSzPts val="1224"/>
              <a:buChar char="⚫"/>
              <a:defRPr/>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3" name="Google Shape;103;p9"/>
          <p:cNvSpPr txBox="1">
            <a:spLocks noGrp="1"/>
          </p:cNvSpPr>
          <p:nvPr>
            <p:ph type="dt" idx="10"/>
          </p:nvPr>
        </p:nvSpPr>
        <p:spPr>
          <a:xfrm rot="5400000">
            <a:off x="10960608" y="1089967"/>
            <a:ext cx="2145792" cy="537667"/>
          </a:xfrm>
          <a:prstGeom prst="rect">
            <a:avLst/>
          </a:prstGeom>
          <a:noFill/>
          <a:ln>
            <a:noFill/>
          </a:ln>
        </p:spPr>
        <p:txBody>
          <a:bodyPr spcFirstLastPara="1" wrap="square" lIns="114925" tIns="57475" rIns="114925" bIns="5747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9"/>
          <p:cNvSpPr txBox="1">
            <a:spLocks noGrp="1"/>
          </p:cNvSpPr>
          <p:nvPr>
            <p:ph type="sldNum" idx="12"/>
          </p:nvPr>
        </p:nvSpPr>
        <p:spPr>
          <a:xfrm>
            <a:off x="11380622" y="6116320"/>
            <a:ext cx="853440" cy="555955"/>
          </a:xfrm>
          <a:prstGeom prst="rect">
            <a:avLst/>
          </a:prstGeom>
          <a:noFill/>
          <a:ln>
            <a:noFill/>
          </a:ln>
        </p:spPr>
        <p:txBody>
          <a:bodyPr spcFirstLastPara="1" wrap="square" lIns="114925" tIns="57475" rIns="114925" bIns="574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05" name="Google Shape;105;p9"/>
          <p:cNvSpPr txBox="1">
            <a:spLocks noGrp="1"/>
          </p:cNvSpPr>
          <p:nvPr>
            <p:ph type="ftr" idx="11"/>
          </p:nvPr>
        </p:nvSpPr>
        <p:spPr>
          <a:xfrm rot="5400000">
            <a:off x="10319660" y="3925429"/>
            <a:ext cx="3413760" cy="512064"/>
          </a:xfrm>
          <a:prstGeom prst="rect">
            <a:avLst/>
          </a:prstGeom>
          <a:noFill/>
          <a:ln>
            <a:noFill/>
          </a:ln>
        </p:spPr>
        <p:txBody>
          <a:bodyPr spcFirstLastPara="1" wrap="square" lIns="114925" tIns="57475" rIns="114925" bIns="574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06"/>
        <p:cNvGrpSpPr/>
        <p:nvPr/>
      </p:nvGrpSpPr>
      <p:grpSpPr>
        <a:xfrm>
          <a:off x="0" y="0"/>
          <a:ext cx="0" cy="0"/>
          <a:chOff x="0" y="0"/>
          <a:chExt cx="0" cy="0"/>
        </a:xfrm>
      </p:grpSpPr>
      <p:cxnSp>
        <p:nvCxnSpPr>
          <p:cNvPr id="107" name="Google Shape;107;p10"/>
          <p:cNvCxnSpPr/>
          <p:nvPr/>
        </p:nvCxnSpPr>
        <p:spPr>
          <a:xfrm>
            <a:off x="12268200" y="0"/>
            <a:ext cx="0" cy="7315200"/>
          </a:xfrm>
          <a:prstGeom prst="straightConnector1">
            <a:avLst/>
          </a:prstGeom>
          <a:noFill/>
          <a:ln w="38100" cap="flat" cmpd="sng">
            <a:solidFill>
              <a:srgbClr val="FEC2AC"/>
            </a:solidFill>
            <a:prstDash val="solid"/>
            <a:round/>
            <a:headEnd type="none" w="sm" len="sm"/>
            <a:tailEnd type="none" w="sm" len="sm"/>
          </a:ln>
        </p:spPr>
      </p:cxnSp>
      <p:sp>
        <p:nvSpPr>
          <p:cNvPr id="108" name="Google Shape;108;p10"/>
          <p:cNvSpPr/>
          <p:nvPr/>
        </p:nvSpPr>
        <p:spPr>
          <a:xfrm>
            <a:off x="11419027" y="6096000"/>
            <a:ext cx="768096" cy="585216"/>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109" name="Google Shape;109;p10"/>
          <p:cNvSpPr txBox="1">
            <a:spLocks noGrp="1"/>
          </p:cNvSpPr>
          <p:nvPr>
            <p:ph type="title"/>
          </p:nvPr>
        </p:nvSpPr>
        <p:spPr>
          <a:xfrm rot="5400000">
            <a:off x="5741746" y="3337560"/>
            <a:ext cx="6729984" cy="640080"/>
          </a:xfrm>
          <a:prstGeom prst="rect">
            <a:avLst/>
          </a:prstGeom>
          <a:noFill/>
          <a:ln>
            <a:noFill/>
          </a:ln>
        </p:spPr>
        <p:txBody>
          <a:bodyPr spcFirstLastPara="1" wrap="square" lIns="114925" tIns="57475" rIns="114925" bIns="57475" anchor="b" anchorCtr="0">
            <a:normAutofit/>
          </a:bodyPr>
          <a:lstStyle>
            <a:lvl1pPr lvl="0" algn="l">
              <a:spcBef>
                <a:spcPts val="0"/>
              </a:spcBef>
              <a:spcAft>
                <a:spcPts val="0"/>
              </a:spcAft>
              <a:buClr>
                <a:schemeClr val="dk2"/>
              </a:buClr>
              <a:buSzPts val="2500"/>
              <a:buFont typeface="Century Schoolbook"/>
              <a:buNone/>
              <a:defRPr sz="2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10"/>
          <p:cNvSpPr>
            <a:spLocks noGrp="1"/>
          </p:cNvSpPr>
          <p:nvPr>
            <p:ph type="pic" idx="2"/>
          </p:nvPr>
        </p:nvSpPr>
        <p:spPr>
          <a:xfrm>
            <a:off x="0" y="0"/>
            <a:ext cx="8641080" cy="7315200"/>
          </a:xfrm>
          <a:prstGeom prst="rect">
            <a:avLst/>
          </a:prstGeom>
          <a:solidFill>
            <a:schemeClr val="lt2"/>
          </a:solidFill>
          <a:ln>
            <a:noFill/>
          </a:ln>
        </p:spPr>
      </p:sp>
      <p:sp>
        <p:nvSpPr>
          <p:cNvPr id="111" name="Google Shape;111;p10"/>
          <p:cNvSpPr txBox="1">
            <a:spLocks noGrp="1"/>
          </p:cNvSpPr>
          <p:nvPr>
            <p:ph type="body" idx="1"/>
          </p:nvPr>
        </p:nvSpPr>
        <p:spPr>
          <a:xfrm>
            <a:off x="9472117" y="282448"/>
            <a:ext cx="2133600" cy="5286451"/>
          </a:xfrm>
          <a:prstGeom prst="rect">
            <a:avLst/>
          </a:prstGeom>
          <a:noFill/>
          <a:ln>
            <a:noFill/>
          </a:ln>
        </p:spPr>
        <p:txBody>
          <a:bodyPr spcFirstLastPara="1" wrap="square" lIns="114925" tIns="57475" rIns="114925" bIns="57475" anchor="t" anchorCtr="0">
            <a:normAutofit/>
          </a:bodyPr>
          <a:lstStyle>
            <a:lvl1pPr marL="457200" lvl="0" indent="-228600" algn="l">
              <a:spcBef>
                <a:spcPts val="126"/>
              </a:spcBef>
              <a:spcAft>
                <a:spcPts val="0"/>
              </a:spcAft>
              <a:buSzPts val="1050"/>
              <a:buFont typeface="Century Schoolbook"/>
              <a:buNone/>
              <a:defRPr sz="1500"/>
            </a:lvl1pPr>
            <a:lvl2pPr marL="914400" lvl="1" indent="-304800" algn="l">
              <a:spcBef>
                <a:spcPts val="503"/>
              </a:spcBef>
              <a:spcAft>
                <a:spcPts val="0"/>
              </a:spcAft>
              <a:buSzPts val="1200"/>
              <a:buChar char="⚫"/>
              <a:defRPr sz="1500"/>
            </a:lvl2pPr>
            <a:lvl3pPr marL="1371600" lvl="2" indent="-278130" algn="l">
              <a:spcBef>
                <a:spcPts val="260"/>
              </a:spcBef>
              <a:spcAft>
                <a:spcPts val="0"/>
              </a:spcAft>
              <a:buSzPts val="780"/>
              <a:buChar char="🞆"/>
              <a:defRPr sz="1300"/>
            </a:lvl3pPr>
            <a:lvl4pPr marL="1828800" lvl="3" indent="-270510" algn="l">
              <a:spcBef>
                <a:spcPts val="220"/>
              </a:spcBef>
              <a:spcAft>
                <a:spcPts val="0"/>
              </a:spcAft>
              <a:buSzPts val="660"/>
              <a:buChar char="🞆"/>
              <a:defRPr sz="1100"/>
            </a:lvl4pPr>
            <a:lvl5pPr marL="2286000" lvl="4" indent="-276098" algn="l">
              <a:spcBef>
                <a:spcPts val="220"/>
              </a:spcBef>
              <a:spcAft>
                <a:spcPts val="0"/>
              </a:spcAft>
              <a:buSzPts val="748"/>
              <a:buChar char="⚫"/>
              <a:defRPr sz="1100"/>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cxnSp>
        <p:nvCxnSpPr>
          <p:cNvPr id="112" name="Google Shape;112;p10"/>
          <p:cNvCxnSpPr/>
          <p:nvPr/>
        </p:nvCxnSpPr>
        <p:spPr>
          <a:xfrm>
            <a:off x="12588240" y="0"/>
            <a:ext cx="0" cy="7315200"/>
          </a:xfrm>
          <a:prstGeom prst="straightConnector1">
            <a:avLst/>
          </a:prstGeom>
          <a:noFill/>
          <a:ln w="9525" cap="flat" cmpd="sng">
            <a:solidFill>
              <a:schemeClr val="dk1"/>
            </a:solidFill>
            <a:prstDash val="solid"/>
            <a:round/>
            <a:headEnd type="none" w="sm" len="sm"/>
            <a:tailEnd type="none" w="sm" len="sm"/>
          </a:ln>
        </p:spPr>
      </p:cxnSp>
      <p:sp>
        <p:nvSpPr>
          <p:cNvPr id="113" name="Google Shape;113;p10"/>
          <p:cNvSpPr/>
          <p:nvPr/>
        </p:nvSpPr>
        <p:spPr>
          <a:xfrm>
            <a:off x="12374880" y="0"/>
            <a:ext cx="426720" cy="7315200"/>
          </a:xfrm>
          <a:prstGeom prst="rect">
            <a:avLst/>
          </a:prstGeom>
          <a:solidFill>
            <a:srgbClr val="FEC2AC"/>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cxnSp>
        <p:nvCxnSpPr>
          <p:cNvPr id="114" name="Google Shape;114;p10"/>
          <p:cNvCxnSpPr/>
          <p:nvPr/>
        </p:nvCxnSpPr>
        <p:spPr>
          <a:xfrm>
            <a:off x="12481560" y="0"/>
            <a:ext cx="0" cy="7315200"/>
          </a:xfrm>
          <a:prstGeom prst="straightConnector1">
            <a:avLst/>
          </a:prstGeom>
          <a:noFill/>
          <a:ln w="9525" cap="flat" cmpd="sng">
            <a:solidFill>
              <a:schemeClr val="accent1"/>
            </a:solidFill>
            <a:prstDash val="solid"/>
            <a:round/>
            <a:headEnd type="none" w="sm" len="sm"/>
            <a:tailEnd type="none" w="sm" len="sm"/>
          </a:ln>
        </p:spPr>
      </p:cxnSp>
      <p:cxnSp>
        <p:nvCxnSpPr>
          <p:cNvPr id="115" name="Google Shape;115;p10"/>
          <p:cNvCxnSpPr/>
          <p:nvPr/>
        </p:nvCxnSpPr>
        <p:spPr>
          <a:xfrm>
            <a:off x="8747760" y="0"/>
            <a:ext cx="0" cy="7315200"/>
          </a:xfrm>
          <a:prstGeom prst="straightConnector1">
            <a:avLst/>
          </a:prstGeom>
          <a:noFill/>
          <a:ln w="38100" cap="flat" cmpd="sng">
            <a:solidFill>
              <a:srgbClr val="FEC2AC"/>
            </a:solidFill>
            <a:prstDash val="solid"/>
            <a:round/>
            <a:headEnd type="none" w="sm" len="sm"/>
            <a:tailEnd type="none" w="sm" len="sm"/>
          </a:ln>
        </p:spPr>
      </p:cxnSp>
      <p:cxnSp>
        <p:nvCxnSpPr>
          <p:cNvPr id="116" name="Google Shape;116;p10"/>
          <p:cNvCxnSpPr/>
          <p:nvPr/>
        </p:nvCxnSpPr>
        <p:spPr>
          <a:xfrm>
            <a:off x="8669214" y="0"/>
            <a:ext cx="0" cy="7315200"/>
          </a:xfrm>
          <a:prstGeom prst="straightConnector1">
            <a:avLst/>
          </a:prstGeom>
          <a:noFill/>
          <a:ln w="12700" cap="flat" cmpd="sng">
            <a:solidFill>
              <a:schemeClr val="accent1"/>
            </a:solidFill>
            <a:prstDash val="solid"/>
            <a:round/>
            <a:headEnd type="none" w="sm" len="sm"/>
            <a:tailEnd type="none" w="sm" len="sm"/>
          </a:ln>
        </p:spPr>
      </p:cxnSp>
      <p:sp>
        <p:nvSpPr>
          <p:cNvPr id="117" name="Google Shape;117;p10"/>
          <p:cNvSpPr txBox="1">
            <a:spLocks noGrp="1"/>
          </p:cNvSpPr>
          <p:nvPr>
            <p:ph type="dt" idx="10"/>
          </p:nvPr>
        </p:nvSpPr>
        <p:spPr>
          <a:xfrm rot="5400000">
            <a:off x="10960608" y="1089967"/>
            <a:ext cx="2145792" cy="537667"/>
          </a:xfrm>
          <a:prstGeom prst="rect">
            <a:avLst/>
          </a:prstGeom>
          <a:noFill/>
          <a:ln>
            <a:noFill/>
          </a:ln>
        </p:spPr>
        <p:txBody>
          <a:bodyPr spcFirstLastPara="1" wrap="square" lIns="114925" tIns="57475" rIns="114925" bIns="5747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0"/>
          <p:cNvSpPr txBox="1">
            <a:spLocks noGrp="1"/>
          </p:cNvSpPr>
          <p:nvPr>
            <p:ph type="sldNum" idx="12"/>
          </p:nvPr>
        </p:nvSpPr>
        <p:spPr>
          <a:xfrm>
            <a:off x="11380622" y="6116320"/>
            <a:ext cx="853440" cy="555955"/>
          </a:xfrm>
          <a:prstGeom prst="rect">
            <a:avLst/>
          </a:prstGeom>
          <a:noFill/>
          <a:ln>
            <a:noFill/>
          </a:ln>
        </p:spPr>
        <p:txBody>
          <a:bodyPr spcFirstLastPara="1" wrap="square" lIns="114925" tIns="57475" rIns="114925" bIns="574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19" name="Google Shape;119;p10"/>
          <p:cNvSpPr txBox="1">
            <a:spLocks noGrp="1"/>
          </p:cNvSpPr>
          <p:nvPr>
            <p:ph type="ftr" idx="11"/>
          </p:nvPr>
        </p:nvSpPr>
        <p:spPr>
          <a:xfrm rot="5400000">
            <a:off x="10319660" y="3925429"/>
            <a:ext cx="3413760" cy="512064"/>
          </a:xfrm>
          <a:prstGeom prst="rect">
            <a:avLst/>
          </a:prstGeom>
          <a:noFill/>
          <a:ln>
            <a:noFill/>
          </a:ln>
        </p:spPr>
        <p:txBody>
          <a:bodyPr spcFirstLastPara="1" wrap="square" lIns="114925" tIns="57475" rIns="114925" bIns="574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0"/>
        <p:cNvGrpSpPr/>
        <p:nvPr/>
      </p:nvGrpSpPr>
      <p:grpSpPr>
        <a:xfrm>
          <a:off x="0" y="0"/>
          <a:ext cx="0" cy="0"/>
          <a:chOff x="0" y="0"/>
          <a:chExt cx="0" cy="0"/>
        </a:xfrm>
      </p:grpSpPr>
      <p:sp>
        <p:nvSpPr>
          <p:cNvPr id="121" name="Google Shape;121;p11"/>
          <p:cNvSpPr txBox="1">
            <a:spLocks noGrp="1"/>
          </p:cNvSpPr>
          <p:nvPr>
            <p:ph type="title"/>
          </p:nvPr>
        </p:nvSpPr>
        <p:spPr>
          <a:xfrm>
            <a:off x="640080" y="292947"/>
            <a:ext cx="10454640" cy="1219200"/>
          </a:xfrm>
          <a:prstGeom prst="rect">
            <a:avLst/>
          </a:prstGeom>
          <a:noFill/>
          <a:ln>
            <a:noFill/>
          </a:ln>
        </p:spPr>
        <p:txBody>
          <a:bodyPr spcFirstLastPara="1" wrap="square" lIns="114925" tIns="57475" rIns="114925" bIns="5747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11"/>
          <p:cNvSpPr txBox="1">
            <a:spLocks noGrp="1"/>
          </p:cNvSpPr>
          <p:nvPr>
            <p:ph type="body" idx="1"/>
          </p:nvPr>
        </p:nvSpPr>
        <p:spPr>
          <a:xfrm rot="5400000">
            <a:off x="3268066" y="-921105"/>
            <a:ext cx="5198669" cy="10454640"/>
          </a:xfrm>
          <a:prstGeom prst="rect">
            <a:avLst/>
          </a:prstGeom>
          <a:noFill/>
          <a:ln>
            <a:noFill/>
          </a:ln>
        </p:spPr>
        <p:txBody>
          <a:bodyPr spcFirstLastPara="1" wrap="square" lIns="114925" tIns="57475" rIns="114925" bIns="57475" anchor="t" anchorCtr="0">
            <a:normAutofit/>
          </a:bodyPr>
          <a:lstStyle>
            <a:lvl1pPr marL="457200" lvl="0" indent="-308610" algn="l">
              <a:spcBef>
                <a:spcPts val="754"/>
              </a:spcBef>
              <a:spcAft>
                <a:spcPts val="0"/>
              </a:spcAft>
              <a:buSzPts val="1260"/>
              <a:buChar char="🞆"/>
              <a:defRPr/>
            </a:lvl1pPr>
            <a:lvl2pPr marL="914400" lvl="1" indent="-320040" algn="l">
              <a:spcBef>
                <a:spcPts val="360"/>
              </a:spcBef>
              <a:spcAft>
                <a:spcPts val="0"/>
              </a:spcAft>
              <a:buSzPts val="1440"/>
              <a:buChar char="⚫"/>
              <a:defRPr/>
            </a:lvl2pPr>
            <a:lvl3pPr marL="1371600" lvl="2" indent="-297180" algn="l">
              <a:spcBef>
                <a:spcPts val="360"/>
              </a:spcBef>
              <a:spcAft>
                <a:spcPts val="0"/>
              </a:spcAft>
              <a:buSzPts val="1080"/>
              <a:buChar char="🞆"/>
              <a:defRPr/>
            </a:lvl3pPr>
            <a:lvl4pPr marL="1828800" lvl="3" indent="-297180" algn="l">
              <a:spcBef>
                <a:spcPts val="360"/>
              </a:spcBef>
              <a:spcAft>
                <a:spcPts val="0"/>
              </a:spcAft>
              <a:buSzPts val="1080"/>
              <a:buChar char="🞆"/>
              <a:defRPr/>
            </a:lvl4pPr>
            <a:lvl5pPr marL="2286000" lvl="4" indent="-306323" algn="l">
              <a:spcBef>
                <a:spcPts val="360"/>
              </a:spcBef>
              <a:spcAft>
                <a:spcPts val="0"/>
              </a:spcAft>
              <a:buSzPts val="1224"/>
              <a:buChar char="⚫"/>
              <a:defRPr/>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23" name="Google Shape;123;p11"/>
          <p:cNvSpPr txBox="1">
            <a:spLocks noGrp="1"/>
          </p:cNvSpPr>
          <p:nvPr>
            <p:ph type="dt" idx="10"/>
          </p:nvPr>
        </p:nvSpPr>
        <p:spPr>
          <a:xfrm rot="5400000">
            <a:off x="10960608" y="1089967"/>
            <a:ext cx="2145792" cy="537667"/>
          </a:xfrm>
          <a:prstGeom prst="rect">
            <a:avLst/>
          </a:prstGeom>
          <a:noFill/>
          <a:ln>
            <a:noFill/>
          </a:ln>
        </p:spPr>
        <p:txBody>
          <a:bodyPr spcFirstLastPara="1" wrap="square" lIns="114925" tIns="57475" rIns="114925" bIns="5747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1"/>
          <p:cNvSpPr txBox="1">
            <a:spLocks noGrp="1"/>
          </p:cNvSpPr>
          <p:nvPr>
            <p:ph type="ftr" idx="11"/>
          </p:nvPr>
        </p:nvSpPr>
        <p:spPr>
          <a:xfrm rot="5400000">
            <a:off x="10319660" y="3925429"/>
            <a:ext cx="3413760" cy="512064"/>
          </a:xfrm>
          <a:prstGeom prst="rect">
            <a:avLst/>
          </a:prstGeom>
          <a:noFill/>
          <a:ln>
            <a:noFill/>
          </a:ln>
        </p:spPr>
        <p:txBody>
          <a:bodyPr spcFirstLastPara="1" wrap="square" lIns="114925" tIns="57475" rIns="114925" bIns="574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1"/>
          <p:cNvSpPr txBox="1">
            <a:spLocks noGrp="1"/>
          </p:cNvSpPr>
          <p:nvPr>
            <p:ph type="sldNum" idx="12"/>
          </p:nvPr>
        </p:nvSpPr>
        <p:spPr>
          <a:xfrm>
            <a:off x="11380622" y="6116320"/>
            <a:ext cx="853440" cy="555955"/>
          </a:xfrm>
          <a:prstGeom prst="rect">
            <a:avLst/>
          </a:prstGeom>
          <a:noFill/>
          <a:ln>
            <a:noFill/>
          </a:ln>
        </p:spPr>
        <p:txBody>
          <a:bodyPr spcFirstLastPara="1" wrap="square" lIns="114925" tIns="57475" rIns="114925" bIns="574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6"/>
        <p:cNvGrpSpPr/>
        <p:nvPr/>
      </p:nvGrpSpPr>
      <p:grpSpPr>
        <a:xfrm>
          <a:off x="0" y="0"/>
          <a:ext cx="0" cy="0"/>
          <a:chOff x="0" y="0"/>
          <a:chExt cx="0" cy="0"/>
        </a:xfrm>
      </p:grpSpPr>
      <p:sp>
        <p:nvSpPr>
          <p:cNvPr id="127" name="Google Shape;127;p12"/>
          <p:cNvSpPr txBox="1">
            <a:spLocks noGrp="1"/>
          </p:cNvSpPr>
          <p:nvPr>
            <p:ph type="title"/>
          </p:nvPr>
        </p:nvSpPr>
        <p:spPr>
          <a:xfrm rot="5400000">
            <a:off x="7333827" y="2240282"/>
            <a:ext cx="6241627" cy="2346960"/>
          </a:xfrm>
          <a:prstGeom prst="rect">
            <a:avLst/>
          </a:prstGeom>
          <a:noFill/>
          <a:ln>
            <a:noFill/>
          </a:ln>
        </p:spPr>
        <p:txBody>
          <a:bodyPr spcFirstLastPara="1" wrap="square" lIns="114925" tIns="57475" rIns="114925" bIns="5747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12"/>
          <p:cNvSpPr txBox="1">
            <a:spLocks noGrp="1"/>
          </p:cNvSpPr>
          <p:nvPr>
            <p:ph type="body" idx="1"/>
          </p:nvPr>
        </p:nvSpPr>
        <p:spPr>
          <a:xfrm rot="5400000">
            <a:off x="1733127" y="-800099"/>
            <a:ext cx="6241627" cy="8427720"/>
          </a:xfrm>
          <a:prstGeom prst="rect">
            <a:avLst/>
          </a:prstGeom>
          <a:noFill/>
          <a:ln>
            <a:noFill/>
          </a:ln>
        </p:spPr>
        <p:txBody>
          <a:bodyPr spcFirstLastPara="1" wrap="square" lIns="114925" tIns="57475" rIns="114925" bIns="57475" anchor="t" anchorCtr="0">
            <a:normAutofit/>
          </a:bodyPr>
          <a:lstStyle>
            <a:lvl1pPr marL="457200" lvl="0" indent="-308610" algn="l">
              <a:spcBef>
                <a:spcPts val="754"/>
              </a:spcBef>
              <a:spcAft>
                <a:spcPts val="0"/>
              </a:spcAft>
              <a:buSzPts val="1260"/>
              <a:buChar char="🞆"/>
              <a:defRPr/>
            </a:lvl1pPr>
            <a:lvl2pPr marL="914400" lvl="1" indent="-320040" algn="l">
              <a:spcBef>
                <a:spcPts val="360"/>
              </a:spcBef>
              <a:spcAft>
                <a:spcPts val="0"/>
              </a:spcAft>
              <a:buSzPts val="1440"/>
              <a:buChar char="⚫"/>
              <a:defRPr/>
            </a:lvl2pPr>
            <a:lvl3pPr marL="1371600" lvl="2" indent="-297180" algn="l">
              <a:spcBef>
                <a:spcPts val="360"/>
              </a:spcBef>
              <a:spcAft>
                <a:spcPts val="0"/>
              </a:spcAft>
              <a:buSzPts val="1080"/>
              <a:buChar char="🞆"/>
              <a:defRPr/>
            </a:lvl3pPr>
            <a:lvl4pPr marL="1828800" lvl="3" indent="-297180" algn="l">
              <a:spcBef>
                <a:spcPts val="360"/>
              </a:spcBef>
              <a:spcAft>
                <a:spcPts val="0"/>
              </a:spcAft>
              <a:buSzPts val="1080"/>
              <a:buChar char="🞆"/>
              <a:defRPr/>
            </a:lvl4pPr>
            <a:lvl5pPr marL="2286000" lvl="4" indent="-306323" algn="l">
              <a:spcBef>
                <a:spcPts val="360"/>
              </a:spcBef>
              <a:spcAft>
                <a:spcPts val="0"/>
              </a:spcAft>
              <a:buSzPts val="1224"/>
              <a:buChar char="⚫"/>
              <a:defRPr/>
            </a:lvl5pPr>
            <a:lvl6pPr marL="2743200" lvl="5" indent="-342900" algn="l">
              <a:spcBef>
                <a:spcPts val="360"/>
              </a:spcBef>
              <a:spcAft>
                <a:spcPts val="0"/>
              </a:spcAft>
              <a:buSzPts val="1800"/>
              <a:buChar char="•"/>
              <a:defRPr/>
            </a:lvl6pPr>
            <a:lvl7pPr marL="3200400" lvl="6" indent="-297179" algn="l">
              <a:spcBef>
                <a:spcPts val="360"/>
              </a:spcBef>
              <a:spcAft>
                <a:spcPts val="0"/>
              </a:spcAft>
              <a:buSzPts val="108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29" name="Google Shape;129;p12"/>
          <p:cNvSpPr txBox="1">
            <a:spLocks noGrp="1"/>
          </p:cNvSpPr>
          <p:nvPr>
            <p:ph type="dt" idx="10"/>
          </p:nvPr>
        </p:nvSpPr>
        <p:spPr>
          <a:xfrm rot="5400000">
            <a:off x="10960608" y="1089967"/>
            <a:ext cx="2145792" cy="537667"/>
          </a:xfrm>
          <a:prstGeom prst="rect">
            <a:avLst/>
          </a:prstGeom>
          <a:noFill/>
          <a:ln>
            <a:noFill/>
          </a:ln>
        </p:spPr>
        <p:txBody>
          <a:bodyPr spcFirstLastPara="1" wrap="square" lIns="114925" tIns="57475" rIns="114925" bIns="5747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12"/>
          <p:cNvSpPr txBox="1">
            <a:spLocks noGrp="1"/>
          </p:cNvSpPr>
          <p:nvPr>
            <p:ph type="ftr" idx="11"/>
          </p:nvPr>
        </p:nvSpPr>
        <p:spPr>
          <a:xfrm rot="5400000">
            <a:off x="10319660" y="3925429"/>
            <a:ext cx="3413760" cy="512064"/>
          </a:xfrm>
          <a:prstGeom prst="rect">
            <a:avLst/>
          </a:prstGeom>
          <a:noFill/>
          <a:ln>
            <a:noFill/>
          </a:ln>
        </p:spPr>
        <p:txBody>
          <a:bodyPr spcFirstLastPara="1" wrap="square" lIns="114925" tIns="57475" rIns="114925" bIns="574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2"/>
          <p:cNvSpPr txBox="1">
            <a:spLocks noGrp="1"/>
          </p:cNvSpPr>
          <p:nvPr>
            <p:ph type="sldNum" idx="12"/>
          </p:nvPr>
        </p:nvSpPr>
        <p:spPr>
          <a:xfrm>
            <a:off x="11380622" y="6116320"/>
            <a:ext cx="853440" cy="555955"/>
          </a:xfrm>
          <a:prstGeom prst="rect">
            <a:avLst/>
          </a:prstGeom>
          <a:noFill/>
          <a:ln>
            <a:noFill/>
          </a:ln>
        </p:spPr>
        <p:txBody>
          <a:bodyPr spcFirstLastPara="1" wrap="square" lIns="114925" tIns="57475" rIns="114925" bIns="574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cxnSp>
        <p:nvCxnSpPr>
          <p:cNvPr id="6" name="Google Shape;6;p1"/>
          <p:cNvCxnSpPr/>
          <p:nvPr/>
        </p:nvCxnSpPr>
        <p:spPr>
          <a:xfrm>
            <a:off x="12268200" y="0"/>
            <a:ext cx="0" cy="7315200"/>
          </a:xfrm>
          <a:prstGeom prst="straightConnector1">
            <a:avLst/>
          </a:prstGeom>
          <a:noFill/>
          <a:ln w="38100" cap="flat" cmpd="sng">
            <a:solidFill>
              <a:srgbClr val="FEC2AC">
                <a:alpha val="92941"/>
              </a:srgbClr>
            </a:solidFill>
            <a:prstDash val="solid"/>
            <a:round/>
            <a:headEnd type="none" w="sm" len="sm"/>
            <a:tailEnd type="none" w="sm" len="sm"/>
          </a:ln>
        </p:spPr>
      </p:cxnSp>
      <p:sp>
        <p:nvSpPr>
          <p:cNvPr id="7" name="Google Shape;7;p1"/>
          <p:cNvSpPr txBox="1">
            <a:spLocks noGrp="1"/>
          </p:cNvSpPr>
          <p:nvPr>
            <p:ph type="title"/>
          </p:nvPr>
        </p:nvSpPr>
        <p:spPr>
          <a:xfrm>
            <a:off x="640080" y="292947"/>
            <a:ext cx="10454640" cy="1219200"/>
          </a:xfrm>
          <a:prstGeom prst="rect">
            <a:avLst/>
          </a:prstGeom>
          <a:noFill/>
          <a:ln>
            <a:noFill/>
          </a:ln>
        </p:spPr>
        <p:txBody>
          <a:bodyPr spcFirstLastPara="1" wrap="square" lIns="114925" tIns="57475" rIns="114925" bIns="57475" anchor="b" anchorCtr="0">
            <a:normAutofit/>
          </a:bodyPr>
          <a:lstStyle>
            <a:lvl1pPr marR="0" lvl="0" algn="l" rtl="0">
              <a:spcBef>
                <a:spcPts val="0"/>
              </a:spcBef>
              <a:spcAft>
                <a:spcPts val="0"/>
              </a:spcAft>
              <a:buClr>
                <a:schemeClr val="dk2"/>
              </a:buClr>
              <a:buSzPts val="3800"/>
              <a:buFont typeface="Century Schoolbook"/>
              <a:buNone/>
              <a:defRPr sz="3800" b="0" i="0" u="none" strike="noStrike" cap="small">
                <a:solidFill>
                  <a:schemeClr val="dk2"/>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640080" y="1706880"/>
            <a:ext cx="10454640" cy="5198669"/>
          </a:xfrm>
          <a:prstGeom prst="rect">
            <a:avLst/>
          </a:prstGeom>
          <a:noFill/>
          <a:ln>
            <a:noFill/>
          </a:ln>
        </p:spPr>
        <p:txBody>
          <a:bodyPr spcFirstLastPara="1" wrap="square" lIns="114925" tIns="57475" rIns="114925" bIns="57475" anchor="t" anchorCtr="0">
            <a:normAutofit/>
          </a:bodyPr>
          <a:lstStyle>
            <a:lvl1pPr marL="457200" marR="0" lvl="0" indent="-361950" algn="l" rtl="0">
              <a:spcBef>
                <a:spcPts val="754"/>
              </a:spcBef>
              <a:spcAft>
                <a:spcPts val="0"/>
              </a:spcAft>
              <a:buClr>
                <a:schemeClr val="accent1"/>
              </a:buClr>
              <a:buSzPts val="2100"/>
              <a:buFont typeface="Noto Sans Symbols"/>
              <a:buChar char="🞆"/>
              <a:defRPr sz="3000" b="0" i="0" u="none" strike="noStrike" cap="none">
                <a:solidFill>
                  <a:schemeClr val="dk1"/>
                </a:solidFill>
                <a:latin typeface="Century Schoolbook"/>
                <a:ea typeface="Century Schoolbook"/>
                <a:cs typeface="Century Schoolbook"/>
                <a:sym typeface="Century Schoolbook"/>
              </a:defRPr>
            </a:lvl1pPr>
            <a:lvl2pPr marL="914400" marR="0" lvl="1" indent="-360680" algn="l" rtl="0">
              <a:spcBef>
                <a:spcPts val="520"/>
              </a:spcBef>
              <a:spcAft>
                <a:spcPts val="0"/>
              </a:spcAft>
              <a:buClr>
                <a:schemeClr val="accent1"/>
              </a:buClr>
              <a:buSzPts val="2080"/>
              <a:buFont typeface="Noto Sans Symbols"/>
              <a:buChar char="⚫"/>
              <a:defRPr sz="2600" b="0" i="0" u="none" strike="noStrike" cap="none">
                <a:solidFill>
                  <a:schemeClr val="dk1"/>
                </a:solidFill>
                <a:latin typeface="Century Schoolbook"/>
                <a:ea typeface="Century Schoolbook"/>
                <a:cs typeface="Century Schoolbook"/>
                <a:sym typeface="Century Schoolbook"/>
              </a:defRPr>
            </a:lvl2pPr>
            <a:lvl3pPr marL="1371600" marR="0" lvl="2" indent="-316230" algn="l" rtl="0">
              <a:spcBef>
                <a:spcPts val="460"/>
              </a:spcBef>
              <a:spcAft>
                <a:spcPts val="0"/>
              </a:spcAft>
              <a:buClr>
                <a:srgbClr val="DE7530"/>
              </a:buClr>
              <a:buSzPts val="1380"/>
              <a:buFont typeface="Noto Sans Symbols"/>
              <a:buChar char="🞆"/>
              <a:defRPr sz="2300" b="0" i="0" u="none" strike="noStrike" cap="none">
                <a:solidFill>
                  <a:schemeClr val="dk1"/>
                </a:solidFill>
                <a:latin typeface="Century Schoolbook"/>
                <a:ea typeface="Century Schoolbook"/>
                <a:cs typeface="Century Schoolbook"/>
                <a:sym typeface="Century Schoolbook"/>
              </a:defRPr>
            </a:lvl3pPr>
            <a:lvl4pPr marL="1828800" marR="0" lvl="3" indent="-316230" algn="l" rtl="0">
              <a:spcBef>
                <a:spcPts val="460"/>
              </a:spcBef>
              <a:spcAft>
                <a:spcPts val="0"/>
              </a:spcAft>
              <a:buClr>
                <a:srgbClr val="FEC2AC"/>
              </a:buClr>
              <a:buSzPts val="1380"/>
              <a:buFont typeface="Noto Sans Symbols"/>
              <a:buChar char="🞆"/>
              <a:defRPr sz="2300" b="0" i="0" u="none" strike="noStrike" cap="none">
                <a:solidFill>
                  <a:schemeClr val="dk1"/>
                </a:solidFill>
                <a:latin typeface="Century Schoolbook"/>
                <a:ea typeface="Century Schoolbook"/>
                <a:cs typeface="Century Schoolbook"/>
                <a:sym typeface="Century Schoolbook"/>
              </a:defRPr>
            </a:lvl4pPr>
            <a:lvl5pPr marL="2286000" marR="0" lvl="4" indent="-314960" algn="l" rtl="0">
              <a:spcBef>
                <a:spcPts val="400"/>
              </a:spcBef>
              <a:spcAft>
                <a:spcPts val="0"/>
              </a:spcAft>
              <a:buClr>
                <a:srgbClr val="BBC9E9"/>
              </a:buClr>
              <a:buSzPts val="1360"/>
              <a:buFont typeface="Noto Sans Symbols"/>
              <a:buChar char="⚫"/>
              <a:defRPr sz="2000" b="0" i="0" u="none" strike="noStrike" cap="none">
                <a:solidFill>
                  <a:schemeClr val="dk1"/>
                </a:solidFill>
                <a:latin typeface="Century Schoolbook"/>
                <a:ea typeface="Century Schoolbook"/>
                <a:cs typeface="Century Schoolbook"/>
                <a:sym typeface="Century Schoolbook"/>
              </a:defRPr>
            </a:lvl5pPr>
            <a:lvl6pPr marL="2743200" marR="0" lvl="5" indent="-355600" algn="l" rtl="0">
              <a:spcBef>
                <a:spcPts val="400"/>
              </a:spcBef>
              <a:spcAft>
                <a:spcPts val="0"/>
              </a:spcAft>
              <a:buClr>
                <a:schemeClr val="accent1"/>
              </a:buClr>
              <a:buSzPts val="2000"/>
              <a:buFont typeface="Century Schoolbook"/>
              <a:buChar char="•"/>
              <a:defRPr sz="2000" b="0" i="0" u="none" strike="noStrike" cap="none">
                <a:solidFill>
                  <a:schemeClr val="dk2"/>
                </a:solidFill>
                <a:latin typeface="Century Schoolbook"/>
                <a:ea typeface="Century Schoolbook"/>
                <a:cs typeface="Century Schoolbook"/>
                <a:sym typeface="Century Schoolbook"/>
              </a:defRPr>
            </a:lvl6pPr>
            <a:lvl7pPr marL="3200400" marR="0" lvl="6" indent="-297179" algn="l" rtl="0">
              <a:spcBef>
                <a:spcPts val="360"/>
              </a:spcBef>
              <a:spcAft>
                <a:spcPts val="0"/>
              </a:spcAft>
              <a:buClr>
                <a:srgbClr val="FEC2AC"/>
              </a:buClr>
              <a:buSzPts val="1080"/>
              <a:buFont typeface="Noto Sans Symbols"/>
              <a:buChar char="⚪"/>
              <a:defRPr sz="1800" b="0" i="0" u="none" strike="noStrike" cap="none">
                <a:solidFill>
                  <a:schemeClr val="dk2"/>
                </a:solidFill>
                <a:latin typeface="Century Schoolbook"/>
                <a:ea typeface="Century Schoolbook"/>
                <a:cs typeface="Century Schoolbook"/>
                <a:sym typeface="Century Schoolbook"/>
              </a:defRPr>
            </a:lvl7pPr>
            <a:lvl8pPr marL="3657600" marR="0" lvl="7" indent="-342900" algn="l" rtl="0">
              <a:spcBef>
                <a:spcPts val="360"/>
              </a:spcBef>
              <a:spcAft>
                <a:spcPts val="0"/>
              </a:spcAft>
              <a:buClr>
                <a:schemeClr val="accent2"/>
              </a:buClr>
              <a:buSzPts val="1800"/>
              <a:buFont typeface="Century Schoolbook"/>
              <a:buChar char="•"/>
              <a:defRPr sz="1800" b="0" i="0" u="none" strike="noStrike" cap="small">
                <a:solidFill>
                  <a:schemeClr val="dk2"/>
                </a:solidFill>
                <a:latin typeface="Century Schoolbook"/>
                <a:ea typeface="Century Schoolbook"/>
                <a:cs typeface="Century Schoolbook"/>
                <a:sym typeface="Century Schoolbook"/>
              </a:defRPr>
            </a:lvl8pPr>
            <a:lvl9pPr marL="4114800" marR="0" lvl="8" indent="-342900" algn="l" rtl="0">
              <a:spcBef>
                <a:spcPts val="360"/>
              </a:spcBef>
              <a:spcAft>
                <a:spcPts val="0"/>
              </a:spcAft>
              <a:buClr>
                <a:srgbClr val="DE7530"/>
              </a:buClr>
              <a:buSzPts val="1800"/>
              <a:buFont typeface="Century Schoolbook"/>
              <a:buChar char="•"/>
              <a:defRPr sz="1800" b="0" i="0" u="none" strike="noStrike" cap="none">
                <a:solidFill>
                  <a:schemeClr val="dk2"/>
                </a:solidFill>
                <a:latin typeface="Century Schoolbook"/>
                <a:ea typeface="Century Schoolbook"/>
                <a:cs typeface="Century Schoolbook"/>
                <a:sym typeface="Century Schoolbook"/>
              </a:defRPr>
            </a:lvl9pPr>
          </a:lstStyle>
          <a:p>
            <a:endParaRPr/>
          </a:p>
        </p:txBody>
      </p:sp>
      <p:sp>
        <p:nvSpPr>
          <p:cNvPr id="9" name="Google Shape;9;p1"/>
          <p:cNvSpPr txBox="1">
            <a:spLocks noGrp="1"/>
          </p:cNvSpPr>
          <p:nvPr>
            <p:ph type="dt" idx="10"/>
          </p:nvPr>
        </p:nvSpPr>
        <p:spPr>
          <a:xfrm rot="5400000">
            <a:off x="10960608" y="1089967"/>
            <a:ext cx="2145792" cy="537667"/>
          </a:xfrm>
          <a:prstGeom prst="rect">
            <a:avLst/>
          </a:prstGeom>
          <a:noFill/>
          <a:ln>
            <a:noFill/>
          </a:ln>
        </p:spPr>
        <p:txBody>
          <a:bodyPr spcFirstLastPara="1" wrap="square" lIns="114925" tIns="57475" rIns="114925" bIns="57475" anchor="ctr" anchorCtr="0">
            <a:noAutofit/>
          </a:bodyPr>
          <a:lstStyle>
            <a:lvl1pPr marR="0" lvl="0" algn="r" rtl="0">
              <a:spcBef>
                <a:spcPts val="0"/>
              </a:spcBef>
              <a:spcAft>
                <a:spcPts val="0"/>
              </a:spcAft>
              <a:buSzPts val="1400"/>
              <a:buNone/>
              <a:defRPr sz="1500" b="0" i="0" u="none" strike="noStrike" cap="none">
                <a:solidFill>
                  <a:schemeClr val="dk2"/>
                </a:solidFill>
                <a:latin typeface="Century Schoolbook"/>
                <a:ea typeface="Century Schoolbook"/>
                <a:cs typeface="Century Schoolbook"/>
                <a:sym typeface="Century Schoolbook"/>
              </a:defRPr>
            </a:lvl1pPr>
            <a:lvl2pPr marR="0" lvl="1"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2pPr>
            <a:lvl3pPr marR="0" lvl="2"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3pPr>
            <a:lvl4pPr marR="0" lvl="3"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4pPr>
            <a:lvl5pPr marR="0" lvl="4"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5pPr>
            <a:lvl6pPr marR="0" lvl="5"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6pPr>
            <a:lvl7pPr marR="0" lvl="6"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7pPr>
            <a:lvl8pPr marR="0" lvl="7"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8pPr>
            <a:lvl9pPr marR="0" lvl="8"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9pPr>
          </a:lstStyle>
          <a:p>
            <a:endParaRPr/>
          </a:p>
        </p:txBody>
      </p:sp>
      <p:sp>
        <p:nvSpPr>
          <p:cNvPr id="10" name="Google Shape;10;p1"/>
          <p:cNvSpPr txBox="1">
            <a:spLocks noGrp="1"/>
          </p:cNvSpPr>
          <p:nvPr>
            <p:ph type="ftr" idx="11"/>
          </p:nvPr>
        </p:nvSpPr>
        <p:spPr>
          <a:xfrm rot="5400000">
            <a:off x="10319660" y="3925429"/>
            <a:ext cx="3413760" cy="512064"/>
          </a:xfrm>
          <a:prstGeom prst="rect">
            <a:avLst/>
          </a:prstGeom>
          <a:noFill/>
          <a:ln>
            <a:noFill/>
          </a:ln>
        </p:spPr>
        <p:txBody>
          <a:bodyPr spcFirstLastPara="1" wrap="square" lIns="114925" tIns="57475" rIns="114925" bIns="57475" anchor="ctr" anchorCtr="0">
            <a:noAutofit/>
          </a:bodyPr>
          <a:lstStyle>
            <a:lvl1pPr marR="0" lvl="0" algn="l" rtl="0">
              <a:spcBef>
                <a:spcPts val="0"/>
              </a:spcBef>
              <a:spcAft>
                <a:spcPts val="0"/>
              </a:spcAft>
              <a:buSzPts val="1400"/>
              <a:buNone/>
              <a:defRPr sz="1500" b="0" i="0" u="none" strike="noStrike" cap="none">
                <a:solidFill>
                  <a:schemeClr val="dk2"/>
                </a:solidFill>
                <a:latin typeface="Century Schoolbook"/>
                <a:ea typeface="Century Schoolbook"/>
                <a:cs typeface="Century Schoolbook"/>
                <a:sym typeface="Century Schoolbook"/>
              </a:defRPr>
            </a:lvl1pPr>
            <a:lvl2pPr marR="0" lvl="1"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2pPr>
            <a:lvl3pPr marR="0" lvl="2"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3pPr>
            <a:lvl4pPr marR="0" lvl="3"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4pPr>
            <a:lvl5pPr marR="0" lvl="4"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5pPr>
            <a:lvl6pPr marR="0" lvl="5"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6pPr>
            <a:lvl7pPr marR="0" lvl="6"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7pPr>
            <a:lvl8pPr marR="0" lvl="7"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8pPr>
            <a:lvl9pPr marR="0" lvl="8" algn="l" rtl="0">
              <a:spcBef>
                <a:spcPts val="0"/>
              </a:spcBef>
              <a:spcAft>
                <a:spcPts val="0"/>
              </a:spcAft>
              <a:buSzPts val="1400"/>
              <a:buNone/>
              <a:defRPr sz="1800" b="0" i="0" u="none" strike="noStrike" cap="none">
                <a:solidFill>
                  <a:schemeClr val="dk1"/>
                </a:solidFill>
                <a:latin typeface="Century Schoolbook"/>
                <a:ea typeface="Century Schoolbook"/>
                <a:cs typeface="Century Schoolbook"/>
                <a:sym typeface="Century Schoolbook"/>
              </a:defRPr>
            </a:lvl9pPr>
          </a:lstStyle>
          <a:p>
            <a:endParaRPr/>
          </a:p>
        </p:txBody>
      </p:sp>
      <p:cxnSp>
        <p:nvCxnSpPr>
          <p:cNvPr id="11" name="Google Shape;11;p1"/>
          <p:cNvCxnSpPr/>
          <p:nvPr/>
        </p:nvCxnSpPr>
        <p:spPr>
          <a:xfrm>
            <a:off x="106680" y="0"/>
            <a:ext cx="0" cy="7315200"/>
          </a:xfrm>
          <a:prstGeom prst="straightConnector1">
            <a:avLst/>
          </a:prstGeom>
          <a:noFill/>
          <a:ln w="57150" cap="flat" cmpd="thickThin">
            <a:solidFill>
              <a:srgbClr val="FEC2AC"/>
            </a:solidFill>
            <a:prstDash val="solid"/>
            <a:round/>
            <a:headEnd type="none" w="sm" len="sm"/>
            <a:tailEnd type="none" w="sm" len="sm"/>
          </a:ln>
        </p:spPr>
      </p:cxnSp>
      <p:cxnSp>
        <p:nvCxnSpPr>
          <p:cNvPr id="12" name="Google Shape;12;p1"/>
          <p:cNvCxnSpPr/>
          <p:nvPr/>
        </p:nvCxnSpPr>
        <p:spPr>
          <a:xfrm>
            <a:off x="12588240" y="0"/>
            <a:ext cx="0" cy="7315200"/>
          </a:xfrm>
          <a:prstGeom prst="straightConnector1">
            <a:avLst/>
          </a:prstGeom>
          <a:noFill/>
          <a:ln w="19050" cap="flat" cmpd="sng">
            <a:solidFill>
              <a:schemeClr val="accent1"/>
            </a:solidFill>
            <a:prstDash val="solid"/>
            <a:round/>
            <a:headEnd type="none" w="sm" len="sm"/>
            <a:tailEnd type="none" w="sm" len="sm"/>
          </a:ln>
        </p:spPr>
      </p:cxnSp>
      <p:sp>
        <p:nvSpPr>
          <p:cNvPr id="13" name="Google Shape;13;p1"/>
          <p:cNvSpPr/>
          <p:nvPr/>
        </p:nvSpPr>
        <p:spPr>
          <a:xfrm>
            <a:off x="12374880" y="0"/>
            <a:ext cx="426720" cy="7315200"/>
          </a:xfrm>
          <a:prstGeom prst="rect">
            <a:avLst/>
          </a:prstGeom>
          <a:solidFill>
            <a:srgbClr val="FEC2AC">
              <a:alpha val="86666"/>
            </a:srgbClr>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Schoolbook"/>
              <a:ea typeface="Century Schoolbook"/>
              <a:cs typeface="Century Schoolbook"/>
              <a:sym typeface="Century Schoolbook"/>
            </a:endParaRPr>
          </a:p>
        </p:txBody>
      </p:sp>
      <p:cxnSp>
        <p:nvCxnSpPr>
          <p:cNvPr id="14" name="Google Shape;14;p1"/>
          <p:cNvCxnSpPr/>
          <p:nvPr/>
        </p:nvCxnSpPr>
        <p:spPr>
          <a:xfrm>
            <a:off x="12481560" y="0"/>
            <a:ext cx="0" cy="7315200"/>
          </a:xfrm>
          <a:prstGeom prst="straightConnector1">
            <a:avLst/>
          </a:prstGeom>
          <a:noFill/>
          <a:ln w="9525" cap="flat" cmpd="sng">
            <a:solidFill>
              <a:schemeClr val="accent1"/>
            </a:solidFill>
            <a:prstDash val="solid"/>
            <a:round/>
            <a:headEnd type="none" w="sm" len="sm"/>
            <a:tailEnd type="none" w="sm" len="sm"/>
          </a:ln>
        </p:spPr>
      </p:cxnSp>
      <p:sp>
        <p:nvSpPr>
          <p:cNvPr id="15" name="Google Shape;15;p1"/>
          <p:cNvSpPr/>
          <p:nvPr/>
        </p:nvSpPr>
        <p:spPr>
          <a:xfrm>
            <a:off x="11419027" y="6096000"/>
            <a:ext cx="768096" cy="585216"/>
          </a:xfrm>
          <a:prstGeom prst="ellipse">
            <a:avLst/>
          </a:prstGeom>
          <a:solidFill>
            <a:schemeClr val="accent1"/>
          </a:solidFill>
          <a:ln>
            <a:noFill/>
          </a:ln>
        </p:spPr>
        <p:txBody>
          <a:bodyPr spcFirstLastPara="1" wrap="square" lIns="114925" tIns="57475" rIns="114925" bIns="57475"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Schoolbook"/>
              <a:ea typeface="Century Schoolbook"/>
              <a:cs typeface="Century Schoolbook"/>
              <a:sym typeface="Century Schoolbook"/>
            </a:endParaRPr>
          </a:p>
        </p:txBody>
      </p:sp>
      <p:sp>
        <p:nvSpPr>
          <p:cNvPr id="16" name="Google Shape;16;p1"/>
          <p:cNvSpPr txBox="1">
            <a:spLocks noGrp="1"/>
          </p:cNvSpPr>
          <p:nvPr>
            <p:ph type="sldNum" idx="12"/>
          </p:nvPr>
        </p:nvSpPr>
        <p:spPr>
          <a:xfrm>
            <a:off x="11380622" y="6116320"/>
            <a:ext cx="853440" cy="555955"/>
          </a:xfrm>
          <a:prstGeom prst="rect">
            <a:avLst/>
          </a:prstGeom>
          <a:noFill/>
          <a:ln>
            <a:noFill/>
          </a:ln>
        </p:spPr>
        <p:txBody>
          <a:bodyPr spcFirstLastPara="1" wrap="square" lIns="114925" tIns="57475" rIns="114925" bIns="57475" anchor="ctr" anchorCtr="0">
            <a:noAutofit/>
          </a:bodyPr>
          <a:lstStyle>
            <a:lvl1pPr marL="0" marR="0" lvl="0" indent="0" algn="ctr" rtl="0">
              <a:spcBef>
                <a:spcPts val="0"/>
              </a:spcBef>
              <a:buNone/>
              <a:defRPr sz="1800" b="1" i="0" u="none" strike="noStrike" cap="none">
                <a:solidFill>
                  <a:srgbClr val="FFFFFF"/>
                </a:solidFill>
                <a:latin typeface="Century Schoolbook"/>
                <a:ea typeface="Century Schoolbook"/>
                <a:cs typeface="Century Schoolbook"/>
                <a:sym typeface="Century Schoolbook"/>
              </a:defRPr>
            </a:lvl1pPr>
            <a:lvl2pPr marL="0" marR="0" lvl="1" indent="0" algn="ctr" rtl="0">
              <a:spcBef>
                <a:spcPts val="0"/>
              </a:spcBef>
              <a:buNone/>
              <a:defRPr sz="1800" b="1" i="0" u="none" strike="noStrike" cap="none">
                <a:solidFill>
                  <a:srgbClr val="FFFFFF"/>
                </a:solidFill>
                <a:latin typeface="Century Schoolbook"/>
                <a:ea typeface="Century Schoolbook"/>
                <a:cs typeface="Century Schoolbook"/>
                <a:sym typeface="Century Schoolbook"/>
              </a:defRPr>
            </a:lvl2pPr>
            <a:lvl3pPr marL="0" marR="0" lvl="2" indent="0" algn="ctr" rtl="0">
              <a:spcBef>
                <a:spcPts val="0"/>
              </a:spcBef>
              <a:buNone/>
              <a:defRPr sz="1800" b="1" i="0" u="none" strike="noStrike" cap="none">
                <a:solidFill>
                  <a:srgbClr val="FFFFFF"/>
                </a:solidFill>
                <a:latin typeface="Century Schoolbook"/>
                <a:ea typeface="Century Schoolbook"/>
                <a:cs typeface="Century Schoolbook"/>
                <a:sym typeface="Century Schoolbook"/>
              </a:defRPr>
            </a:lvl3pPr>
            <a:lvl4pPr marL="0" marR="0" lvl="3" indent="0" algn="ctr" rtl="0">
              <a:spcBef>
                <a:spcPts val="0"/>
              </a:spcBef>
              <a:buNone/>
              <a:defRPr sz="1800" b="1" i="0" u="none" strike="noStrike" cap="none">
                <a:solidFill>
                  <a:srgbClr val="FFFFFF"/>
                </a:solidFill>
                <a:latin typeface="Century Schoolbook"/>
                <a:ea typeface="Century Schoolbook"/>
                <a:cs typeface="Century Schoolbook"/>
                <a:sym typeface="Century Schoolbook"/>
              </a:defRPr>
            </a:lvl4pPr>
            <a:lvl5pPr marL="0" marR="0" lvl="4" indent="0" algn="ctr" rtl="0">
              <a:spcBef>
                <a:spcPts val="0"/>
              </a:spcBef>
              <a:buNone/>
              <a:defRPr sz="1800" b="1" i="0" u="none" strike="noStrike" cap="none">
                <a:solidFill>
                  <a:srgbClr val="FFFFFF"/>
                </a:solidFill>
                <a:latin typeface="Century Schoolbook"/>
                <a:ea typeface="Century Schoolbook"/>
                <a:cs typeface="Century Schoolbook"/>
                <a:sym typeface="Century Schoolbook"/>
              </a:defRPr>
            </a:lvl5pPr>
            <a:lvl6pPr marL="0" marR="0" lvl="5" indent="0" algn="ctr" rtl="0">
              <a:spcBef>
                <a:spcPts val="0"/>
              </a:spcBef>
              <a:buNone/>
              <a:defRPr sz="1800" b="1" i="0" u="none" strike="noStrike" cap="none">
                <a:solidFill>
                  <a:srgbClr val="FFFFFF"/>
                </a:solidFill>
                <a:latin typeface="Century Schoolbook"/>
                <a:ea typeface="Century Schoolbook"/>
                <a:cs typeface="Century Schoolbook"/>
                <a:sym typeface="Century Schoolbook"/>
              </a:defRPr>
            </a:lvl6pPr>
            <a:lvl7pPr marL="0" marR="0" lvl="6" indent="0" algn="ctr" rtl="0">
              <a:spcBef>
                <a:spcPts val="0"/>
              </a:spcBef>
              <a:buNone/>
              <a:defRPr sz="1800" b="1" i="0" u="none" strike="noStrike" cap="none">
                <a:solidFill>
                  <a:srgbClr val="FFFFFF"/>
                </a:solidFill>
                <a:latin typeface="Century Schoolbook"/>
                <a:ea typeface="Century Schoolbook"/>
                <a:cs typeface="Century Schoolbook"/>
                <a:sym typeface="Century Schoolbook"/>
              </a:defRPr>
            </a:lvl7pPr>
            <a:lvl8pPr marL="0" marR="0" lvl="7" indent="0" algn="ctr" rtl="0">
              <a:spcBef>
                <a:spcPts val="0"/>
              </a:spcBef>
              <a:buNone/>
              <a:defRPr sz="1800" b="1" i="0" u="none" strike="noStrike" cap="none">
                <a:solidFill>
                  <a:srgbClr val="FFFFFF"/>
                </a:solidFill>
                <a:latin typeface="Century Schoolbook"/>
                <a:ea typeface="Century Schoolbook"/>
                <a:cs typeface="Century Schoolbook"/>
                <a:sym typeface="Century Schoolbook"/>
              </a:defRPr>
            </a:lvl8pPr>
            <a:lvl9pPr marL="0" marR="0" lvl="8" indent="0" algn="ctr" rtl="0">
              <a:spcBef>
                <a:spcPts val="0"/>
              </a:spcBef>
              <a:buNone/>
              <a:defRPr sz="1800" b="1" i="0" u="none" strike="noStrike" cap="none">
                <a:solidFill>
                  <a:srgbClr val="FFFFFF"/>
                </a:solidFill>
                <a:latin typeface="Century Schoolbook"/>
                <a:ea typeface="Century Schoolbook"/>
                <a:cs typeface="Century Schoolbook"/>
                <a:sym typeface="Century Schoolbook"/>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3"/>
          <p:cNvSpPr/>
          <p:nvPr/>
        </p:nvSpPr>
        <p:spPr>
          <a:xfrm>
            <a:off x="2739481" y="1905000"/>
            <a:ext cx="6819496"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b="1" i="0" u="none" strike="noStrike" cap="none">
                <a:solidFill>
                  <a:schemeClr val="accent3"/>
                </a:solidFill>
                <a:latin typeface="Century Schoolbook"/>
                <a:ea typeface="Century Schoolbook"/>
                <a:cs typeface="Century Schoolbook"/>
                <a:sym typeface="Century Schoolbook"/>
              </a:rPr>
              <a:t>SOLIDITY</a:t>
            </a:r>
            <a:endParaRPr sz="9600" b="1" i="0" u="none" strike="noStrike" cap="none">
              <a:solidFill>
                <a:schemeClr val="accent3"/>
              </a:solidFill>
              <a:latin typeface="Century Schoolbook"/>
              <a:ea typeface="Century Schoolbook"/>
              <a:cs typeface="Century Schoolbook"/>
              <a:sym typeface="Century Schoolboo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4" descr="Ethereum Solidity"/>
          <p:cNvSpPr/>
          <p:nvPr/>
        </p:nvSpPr>
        <p:spPr>
          <a:xfrm>
            <a:off x="1789113" y="-98425"/>
            <a:ext cx="1243012" cy="19145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p:txBody>
      </p:sp>
      <p:sp>
        <p:nvSpPr>
          <p:cNvPr id="142" name="Google Shape;142;p14"/>
          <p:cNvSpPr/>
          <p:nvPr/>
        </p:nvSpPr>
        <p:spPr>
          <a:xfrm>
            <a:off x="381000" y="1066800"/>
            <a:ext cx="10972800" cy="45243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600" b="1" i="1">
                <a:solidFill>
                  <a:schemeClr val="dk1"/>
                </a:solidFill>
                <a:latin typeface="Century Schoolbook"/>
                <a:ea typeface="Century Schoolbook"/>
                <a:cs typeface="Century Schoolbook"/>
                <a:sym typeface="Century Schoolbook"/>
              </a:rPr>
              <a:t>What is Solidity?</a:t>
            </a:r>
            <a:endParaRPr/>
          </a:p>
          <a:p>
            <a:pPr marL="0" marR="0" lvl="0" indent="0" algn="l" rtl="0">
              <a:spcBef>
                <a:spcPts val="0"/>
              </a:spcBef>
              <a:spcAft>
                <a:spcPts val="0"/>
              </a:spcAft>
              <a:buNone/>
            </a:pPr>
            <a:endParaRPr sz="2800" i="1">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2800" i="1">
                <a:solidFill>
                  <a:schemeClr val="dk1"/>
                </a:solidFill>
                <a:latin typeface="Century Schoolbook"/>
                <a:ea typeface="Century Schoolbook"/>
                <a:cs typeface="Century Schoolbook"/>
                <a:sym typeface="Century Schoolbook"/>
              </a:rPr>
              <a:t>Ethereum Solidity is a contract-oriented, high-level language with syntax like that of JavaScript. </a:t>
            </a:r>
            <a:endParaRPr sz="2800" i="1">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endParaRPr sz="2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2800">
                <a:solidFill>
                  <a:schemeClr val="dk1"/>
                </a:solidFill>
                <a:latin typeface="Century Schoolbook"/>
                <a:ea typeface="Century Schoolbook"/>
                <a:cs typeface="Century Schoolbook"/>
                <a:sym typeface="Century Schoolbook"/>
              </a:rPr>
              <a:t>A solidity is a tool used to generate a machine-level code to execute on EVM. </a:t>
            </a:r>
            <a:endParaRPr sz="2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endParaRPr sz="2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2800">
                <a:solidFill>
                  <a:schemeClr val="dk1"/>
                </a:solidFill>
                <a:latin typeface="Century Schoolbook"/>
                <a:ea typeface="Century Schoolbook"/>
                <a:cs typeface="Century Schoolbook"/>
                <a:sym typeface="Century Schoolbook"/>
              </a:rPr>
              <a:t>The solidity compiler takes the high-level code and breaks it down into simpler instructions.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46"/>
        <p:cNvGrpSpPr/>
        <p:nvPr/>
      </p:nvGrpSpPr>
      <p:grpSpPr>
        <a:xfrm>
          <a:off x="0" y="0"/>
          <a:ext cx="0" cy="0"/>
          <a:chOff x="0" y="0"/>
          <a:chExt cx="0" cy="0"/>
        </a:xfrm>
      </p:grpSpPr>
      <p:sp>
        <p:nvSpPr>
          <p:cNvPr id="147" name="Google Shape;147;p15"/>
          <p:cNvSpPr/>
          <p:nvPr/>
        </p:nvSpPr>
        <p:spPr>
          <a:xfrm>
            <a:off x="381000" y="304800"/>
            <a:ext cx="11658600" cy="206210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chemeClr val="dk1"/>
                </a:solidFill>
                <a:latin typeface="Century Schoolbook"/>
                <a:ea typeface="Century Schoolbook"/>
                <a:cs typeface="Century Schoolbook"/>
                <a:sym typeface="Century Schoolbook"/>
              </a:rPr>
              <a:t>Contracts in Ethereum Solidity</a:t>
            </a:r>
            <a:endParaRPr/>
          </a:p>
          <a:p>
            <a:pPr marL="0" marR="0" lvl="0" indent="0" algn="l" rtl="0">
              <a:spcBef>
                <a:spcPts val="0"/>
              </a:spcBef>
              <a:spcAft>
                <a:spcPts val="0"/>
              </a:spcAft>
              <a:buNone/>
            </a:pPr>
            <a:endParaRPr sz="2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2400">
                <a:solidFill>
                  <a:schemeClr val="dk1"/>
                </a:solidFill>
                <a:latin typeface="Century Schoolbook"/>
                <a:ea typeface="Century Schoolbook"/>
                <a:cs typeface="Century Schoolbook"/>
                <a:sym typeface="Century Schoolbook"/>
              </a:rPr>
              <a:t>A contract is the fundamental building block of Ethereum’s decentralized Applications. All variables and functions are part of a contract and this is the starting point of all the projects.</a:t>
            </a:r>
            <a:endParaRPr/>
          </a:p>
        </p:txBody>
      </p:sp>
      <p:sp>
        <p:nvSpPr>
          <p:cNvPr id="148" name="Google Shape;148;p15" descr="llets-code-it-solidity tutorial-edureka"/>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p:txBody>
      </p:sp>
      <p:sp>
        <p:nvSpPr>
          <p:cNvPr id="149" name="Google Shape;149;p15" descr="llets-code-it-solidity tutorial-edureka"/>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p:txBody>
      </p:sp>
      <p:graphicFrame>
        <p:nvGraphicFramePr>
          <p:cNvPr id="150" name="Google Shape;150;p15"/>
          <p:cNvGraphicFramePr/>
          <p:nvPr/>
        </p:nvGraphicFramePr>
        <p:xfrm>
          <a:off x="609600" y="3733800"/>
          <a:ext cx="3000000" cy="3000000"/>
        </p:xfrm>
        <a:graphic>
          <a:graphicData uri="http://schemas.openxmlformats.org/drawingml/2006/table">
            <a:tbl>
              <a:tblPr>
                <a:gradFill>
                  <a:gsLst>
                    <a:gs pos="0">
                      <a:srgbClr val="FFFBB2"/>
                    </a:gs>
                    <a:gs pos="30000">
                      <a:srgbClr val="FFFAA9"/>
                    </a:gs>
                    <a:gs pos="75000">
                      <a:srgbClr val="FFFA7D"/>
                    </a:gs>
                    <a:gs pos="100000">
                      <a:srgbClr val="FFFE4B"/>
                    </a:gs>
                  </a:gsLst>
                  <a:path path="circle">
                    <a:fillToRect t="100000" r="100000"/>
                  </a:path>
                  <a:tileRect l="-100000" b="-100000"/>
                </a:gradFill>
                <a:tableStyleId>{41619480-12B1-49A5-B4C6-0258D6D647B2}</a:tableStyleId>
              </a:tblPr>
              <a:tblGrid>
                <a:gridCol w="329525">
                  <a:extLst>
                    <a:ext uri="{9D8B030D-6E8A-4147-A177-3AD203B41FA5}">
                      <a16:colId xmlns:a16="http://schemas.microsoft.com/office/drawing/2014/main" val="20000"/>
                    </a:ext>
                  </a:extLst>
                </a:gridCol>
                <a:gridCol w="6528475">
                  <a:extLst>
                    <a:ext uri="{9D8B030D-6E8A-4147-A177-3AD203B41FA5}">
                      <a16:colId xmlns:a16="http://schemas.microsoft.com/office/drawing/2014/main" val="20001"/>
                    </a:ext>
                  </a:extLst>
                </a:gridCol>
              </a:tblGrid>
              <a:tr h="1676400">
                <a:tc>
                  <a:txBody>
                    <a:bodyPr/>
                    <a:lstStyle/>
                    <a:p>
                      <a:pPr marL="0" marR="0" lvl="0" indent="0" algn="r" rtl="0">
                        <a:spcBef>
                          <a:spcPts val="0"/>
                        </a:spcBef>
                        <a:spcAft>
                          <a:spcPts val="0"/>
                        </a:spcAft>
                        <a:buNone/>
                      </a:pPr>
                      <a:r>
                        <a:rPr lang="en-US" sz="1800" u="none" strike="noStrike" cap="none"/>
                        <a:t>1</a:t>
                      </a:r>
                      <a:endParaRPr/>
                    </a:p>
                    <a:p>
                      <a:pPr marL="0" marR="0" lvl="0" indent="0" algn="r" rtl="0">
                        <a:spcBef>
                          <a:spcPts val="0"/>
                        </a:spcBef>
                        <a:spcAft>
                          <a:spcPts val="0"/>
                        </a:spcAft>
                        <a:buNone/>
                      </a:pPr>
                      <a:r>
                        <a:rPr lang="en-US" sz="1800" u="none" strike="noStrike" cap="none"/>
                        <a:t>2</a:t>
                      </a:r>
                      <a:endParaRPr/>
                    </a:p>
                    <a:p>
                      <a:pPr marL="0" marR="0" lvl="0" indent="0" algn="r" rtl="0">
                        <a:spcBef>
                          <a:spcPts val="0"/>
                        </a:spcBef>
                        <a:spcAft>
                          <a:spcPts val="0"/>
                        </a:spcAft>
                        <a:buNone/>
                      </a:pPr>
                      <a:r>
                        <a:rPr lang="en-US" sz="1800" u="none" strike="noStrike" cap="none"/>
                        <a:t>3</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0" algn="l" rtl="0">
                        <a:spcBef>
                          <a:spcPts val="0"/>
                        </a:spcBef>
                        <a:spcAft>
                          <a:spcPts val="0"/>
                        </a:spcAft>
                        <a:buNone/>
                      </a:pPr>
                      <a:r>
                        <a:rPr lang="en-US" sz="1800" u="none" strike="noStrike" cap="none"/>
                        <a:t>     version pragma ^0.4.19;</a:t>
                      </a:r>
                      <a:endParaRPr/>
                    </a:p>
                    <a:p>
                      <a:pPr marL="0" marR="0" lvl="0" indent="0" algn="l" rtl="0">
                        <a:spcBef>
                          <a:spcPts val="0"/>
                        </a:spcBef>
                        <a:spcAft>
                          <a:spcPts val="0"/>
                        </a:spcAft>
                        <a:buNone/>
                      </a:pPr>
                      <a:r>
                        <a:rPr lang="en-US" sz="1800" u="none" strike="noStrike" cap="none"/>
                        <a:t>      contract MyFirst{</a:t>
                      </a:r>
                      <a:endParaRPr/>
                    </a:p>
                    <a:p>
                      <a:pPr marL="0" marR="0" lvl="0" indent="0" algn="l" rtl="0">
                        <a:spcBef>
                          <a:spcPts val="0"/>
                        </a:spcBef>
                        <a:spcAft>
                          <a:spcPts val="0"/>
                        </a:spcAft>
                        <a:buNone/>
                      </a:pPr>
                      <a:r>
                        <a:rPr lang="en-US" sz="1800" u="none" strike="noStrike" cap="none"/>
                        <a:t>        }</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151" name="Google Shape;151;p15"/>
          <p:cNvSpPr/>
          <p:nvPr/>
        </p:nvSpPr>
        <p:spPr>
          <a:xfrm>
            <a:off x="609600" y="3048000"/>
            <a:ext cx="6833922" cy="4001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Century Schoolbook"/>
                <a:ea typeface="Century Schoolbook"/>
                <a:cs typeface="Century Schoolbook"/>
                <a:sym typeface="Century Schoolbook"/>
              </a:rPr>
              <a:t>An empty contract named </a:t>
            </a:r>
            <a:r>
              <a:rPr lang="en-US" sz="2000" b="1">
                <a:solidFill>
                  <a:schemeClr val="dk1"/>
                </a:solidFill>
                <a:latin typeface="Century Schoolbook"/>
                <a:ea typeface="Century Schoolbook"/>
                <a:cs typeface="Century Schoolbook"/>
                <a:sym typeface="Century Schoolbook"/>
              </a:rPr>
              <a:t>MyFirst </a:t>
            </a:r>
            <a:r>
              <a:rPr lang="en-US" sz="2000">
                <a:solidFill>
                  <a:schemeClr val="dk1"/>
                </a:solidFill>
                <a:latin typeface="Century Schoolbook"/>
                <a:ea typeface="Century Schoolbook"/>
                <a:cs typeface="Century Schoolbook"/>
                <a:sym typeface="Century Schoolbook"/>
              </a:rPr>
              <a:t>would look like this:</a:t>
            </a:r>
            <a:endParaRPr/>
          </a:p>
        </p:txBody>
      </p:sp>
      <p:pic>
        <p:nvPicPr>
          <p:cNvPr id="152" name="Google Shape;152;p15" descr="llets-code-it-solidity tutorial-edureka"/>
          <p:cNvPicPr preferRelativeResize="0"/>
          <p:nvPr/>
        </p:nvPicPr>
        <p:blipFill rotWithShape="1">
          <a:blip r:embed="rId3">
            <a:alphaModFix/>
          </a:blip>
          <a:srcRect/>
          <a:stretch/>
        </p:blipFill>
        <p:spPr>
          <a:xfrm>
            <a:off x="7543800" y="4364037"/>
            <a:ext cx="3413125" cy="29511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6"/>
          <p:cNvSpPr/>
          <p:nvPr/>
        </p:nvSpPr>
        <p:spPr>
          <a:xfrm>
            <a:off x="381000" y="381000"/>
            <a:ext cx="11658600" cy="298543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chemeClr val="dk1"/>
                </a:solidFill>
                <a:latin typeface="Century Schoolbook"/>
                <a:ea typeface="Century Schoolbook"/>
                <a:cs typeface="Century Schoolbook"/>
                <a:sym typeface="Century Schoolbook"/>
              </a:rPr>
              <a:t>Layout of Solidity File</a:t>
            </a:r>
            <a:endParaRPr sz="24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2000">
                <a:solidFill>
                  <a:schemeClr val="dk1"/>
                </a:solidFill>
                <a:latin typeface="Century Schoolbook"/>
                <a:ea typeface="Century Schoolbook"/>
                <a:cs typeface="Century Schoolbook"/>
                <a:sym typeface="Century Schoolbook"/>
              </a:rPr>
              <a:t>Source files can contain an arbitrary number of contract definitions, include directives and pragma directives.</a:t>
            </a:r>
            <a:endParaRPr/>
          </a:p>
          <a:p>
            <a:pPr marL="0" marR="0" lvl="0" indent="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2400" b="1">
                <a:solidFill>
                  <a:schemeClr val="dk1"/>
                </a:solidFill>
                <a:latin typeface="Century Schoolbook"/>
                <a:ea typeface="Century Schoolbook"/>
                <a:cs typeface="Century Schoolbook"/>
                <a:sym typeface="Century Schoolbook"/>
              </a:rPr>
              <a:t>Version Pragma</a:t>
            </a:r>
            <a:endParaRPr sz="2400" b="1">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endParaRPr sz="24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2000">
                <a:solidFill>
                  <a:schemeClr val="dk1"/>
                </a:solidFill>
                <a:latin typeface="Century Schoolbook"/>
                <a:ea typeface="Century Schoolbook"/>
                <a:cs typeface="Century Schoolbook"/>
                <a:sym typeface="Century Schoolbook"/>
              </a:rPr>
              <a:t>Version Pragma is the declaration of the version of the Solidity compiler that the particular code should use.</a:t>
            </a:r>
            <a:endParaRPr sz="2000">
              <a:solidFill>
                <a:schemeClr val="dk1"/>
              </a:solidFill>
              <a:latin typeface="Century Schoolbook"/>
              <a:ea typeface="Century Schoolbook"/>
              <a:cs typeface="Century Schoolbook"/>
              <a:sym typeface="Century Schoolbook"/>
            </a:endParaRPr>
          </a:p>
        </p:txBody>
      </p:sp>
      <p:sp>
        <p:nvSpPr>
          <p:cNvPr id="158" name="Google Shape;158;p16"/>
          <p:cNvSpPr/>
          <p:nvPr/>
        </p:nvSpPr>
        <p:spPr>
          <a:xfrm>
            <a:off x="457200" y="3581400"/>
            <a:ext cx="3323346" cy="400110"/>
          </a:xfrm>
          <a:prstGeom prst="rect">
            <a:avLst/>
          </a:prstGeom>
          <a:gradFill>
            <a:gsLst>
              <a:gs pos="0">
                <a:srgbClr val="FFFBB2"/>
              </a:gs>
              <a:gs pos="30000">
                <a:srgbClr val="FFFAA9"/>
              </a:gs>
              <a:gs pos="75000">
                <a:srgbClr val="FFFA7D"/>
              </a:gs>
              <a:gs pos="100000">
                <a:srgbClr val="FFFE4B"/>
              </a:gs>
            </a:gsLst>
            <a:path path="circle">
              <a:fillToRect t="100000" r="100000"/>
            </a:path>
            <a:tileRect l="-100000" b="-100000"/>
          </a:gradFill>
          <a:ln w="12700" cap="flat" cmpd="sng">
            <a:solidFill>
              <a:srgbClr val="FAC700"/>
            </a:solidFill>
            <a:prstDash val="solid"/>
            <a:round/>
            <a:headEnd type="none" w="sm" len="sm"/>
            <a:tailEnd type="none" w="sm" len="sm"/>
          </a:ln>
          <a:effectLst>
            <a:outerShdw blurRad="50800" dist="25000" dir="5400000"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Century Schoolbook"/>
                <a:ea typeface="Century Schoolbook"/>
                <a:cs typeface="Century Schoolbook"/>
                <a:sym typeface="Century Schoolbook"/>
              </a:rPr>
              <a:t>1. version pragma ^0.4.00;</a:t>
            </a:r>
            <a:endParaRPr sz="2000">
              <a:solidFill>
                <a:schemeClr val="dk1"/>
              </a:solidFill>
              <a:latin typeface="Century Schoolbook"/>
              <a:ea typeface="Century Schoolbook"/>
              <a:cs typeface="Century Schoolbook"/>
              <a:sym typeface="Century Schoolbook"/>
            </a:endParaRPr>
          </a:p>
        </p:txBody>
      </p:sp>
      <p:sp>
        <p:nvSpPr>
          <p:cNvPr id="159" name="Google Shape;159;p16"/>
          <p:cNvSpPr/>
          <p:nvPr/>
        </p:nvSpPr>
        <p:spPr>
          <a:xfrm>
            <a:off x="381000" y="4419600"/>
            <a:ext cx="115062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rgbClr val="FF0000"/>
                </a:solidFill>
                <a:latin typeface="Century Schoolbook"/>
                <a:ea typeface="Century Schoolbook"/>
                <a:cs typeface="Century Schoolbook"/>
                <a:sym typeface="Century Schoolbook"/>
              </a:rPr>
              <a:t>Note: </a:t>
            </a:r>
            <a:r>
              <a:rPr lang="en-US" sz="1800">
                <a:solidFill>
                  <a:srgbClr val="FF0000"/>
                </a:solidFill>
                <a:latin typeface="Century Schoolbook"/>
                <a:ea typeface="Century Schoolbook"/>
                <a:cs typeface="Century Schoolbook"/>
                <a:sym typeface="Century Schoolbook"/>
              </a:rPr>
              <a:t> The source file shown above will not compile with a compiler earlier than version 0.4.0 and it will also not work on a compiler starting from version 0.5.0.</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63"/>
        <p:cNvGrpSpPr/>
        <p:nvPr/>
      </p:nvGrpSpPr>
      <p:grpSpPr>
        <a:xfrm>
          <a:off x="0" y="0"/>
          <a:ext cx="0" cy="0"/>
          <a:chOff x="0" y="0"/>
          <a:chExt cx="0" cy="0"/>
        </a:xfrm>
      </p:grpSpPr>
      <p:sp>
        <p:nvSpPr>
          <p:cNvPr id="164" name="Google Shape;164;p17"/>
          <p:cNvSpPr/>
          <p:nvPr/>
        </p:nvSpPr>
        <p:spPr>
          <a:xfrm>
            <a:off x="381000" y="228600"/>
            <a:ext cx="11734800" cy="184665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chemeClr val="dk1"/>
                </a:solidFill>
                <a:latin typeface="Century Schoolbook"/>
                <a:ea typeface="Century Schoolbook"/>
                <a:cs typeface="Century Schoolbook"/>
                <a:sym typeface="Century Schoolbook"/>
              </a:rPr>
              <a:t>Importing other Source Files</a:t>
            </a:r>
            <a:endParaRPr sz="24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Ethereum Solidity supports import statements that are very similar to those available in JavaScript, although Solidity does not know the concept of a “default export”.</a:t>
            </a:r>
            <a:endParaRPr/>
          </a:p>
          <a:p>
            <a:pPr marL="0" marR="0" lvl="0" indent="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At a global level you can use import statements of the following form:</a:t>
            </a:r>
            <a:endParaRPr/>
          </a:p>
        </p:txBody>
      </p:sp>
      <p:graphicFrame>
        <p:nvGraphicFramePr>
          <p:cNvPr id="165" name="Google Shape;165;p17"/>
          <p:cNvGraphicFramePr/>
          <p:nvPr/>
        </p:nvGraphicFramePr>
        <p:xfrm>
          <a:off x="457200" y="2209800"/>
          <a:ext cx="3000000" cy="3000000"/>
        </p:xfrm>
        <a:graphic>
          <a:graphicData uri="http://schemas.openxmlformats.org/drawingml/2006/table">
            <a:tbl>
              <a:tblPr>
                <a:noFill/>
                <a:tableStyleId>{41619480-12B1-49A5-B4C6-0258D6D647B2}</a:tableStyleId>
              </a:tblPr>
              <a:tblGrid>
                <a:gridCol w="340975">
                  <a:extLst>
                    <a:ext uri="{9D8B030D-6E8A-4147-A177-3AD203B41FA5}">
                      <a16:colId xmlns:a16="http://schemas.microsoft.com/office/drawing/2014/main" val="20000"/>
                    </a:ext>
                  </a:extLst>
                </a:gridCol>
                <a:gridCol w="6755150">
                  <a:extLst>
                    <a:ext uri="{9D8B030D-6E8A-4147-A177-3AD203B41FA5}">
                      <a16:colId xmlns:a16="http://schemas.microsoft.com/office/drawing/2014/main" val="20001"/>
                    </a:ext>
                  </a:extLst>
                </a:gridCol>
              </a:tblGrid>
              <a:tr h="228600">
                <a:tc>
                  <a:txBody>
                    <a:bodyPr/>
                    <a:lstStyle/>
                    <a:p>
                      <a:pPr marL="0" marR="0" lvl="0" indent="0" algn="r" rtl="0">
                        <a:spcBef>
                          <a:spcPts val="0"/>
                        </a:spcBef>
                        <a:spcAft>
                          <a:spcPts val="0"/>
                        </a:spcAft>
                        <a:buNone/>
                      </a:pPr>
                      <a:r>
                        <a:rPr lang="en-US" sz="1800" u="none" strike="noStrike" cap="none"/>
                        <a:t>1  </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0" algn="l" rtl="0">
                        <a:spcBef>
                          <a:spcPts val="0"/>
                        </a:spcBef>
                        <a:spcAft>
                          <a:spcPts val="0"/>
                        </a:spcAft>
                        <a:buNone/>
                      </a:pPr>
                      <a:r>
                        <a:rPr lang="en-US" sz="1800" u="none" strike="noStrike" cap="none"/>
                        <a:t>   import "filename";</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166" name="Google Shape;166;p17"/>
          <p:cNvSpPr/>
          <p:nvPr/>
        </p:nvSpPr>
        <p:spPr>
          <a:xfrm>
            <a:off x="381000" y="2743200"/>
            <a:ext cx="1143000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The above statement imports all global symbols from “filename” into the current global scope.</a:t>
            </a:r>
            <a:endParaRPr/>
          </a:p>
        </p:txBody>
      </p:sp>
      <p:graphicFrame>
        <p:nvGraphicFramePr>
          <p:cNvPr id="167" name="Google Shape;167;p17"/>
          <p:cNvGraphicFramePr/>
          <p:nvPr/>
        </p:nvGraphicFramePr>
        <p:xfrm>
          <a:off x="457200" y="3276600"/>
          <a:ext cx="3000000" cy="3000000"/>
        </p:xfrm>
        <a:graphic>
          <a:graphicData uri="http://schemas.openxmlformats.org/drawingml/2006/table">
            <a:tbl>
              <a:tblPr>
                <a:noFill/>
                <a:tableStyleId>{41619480-12B1-49A5-B4C6-0258D6D647B2}</a:tableStyleId>
              </a:tblPr>
              <a:tblGrid>
                <a:gridCol w="340975">
                  <a:extLst>
                    <a:ext uri="{9D8B030D-6E8A-4147-A177-3AD203B41FA5}">
                      <a16:colId xmlns:a16="http://schemas.microsoft.com/office/drawing/2014/main" val="20000"/>
                    </a:ext>
                  </a:extLst>
                </a:gridCol>
                <a:gridCol w="6755150">
                  <a:extLst>
                    <a:ext uri="{9D8B030D-6E8A-4147-A177-3AD203B41FA5}">
                      <a16:colId xmlns:a16="http://schemas.microsoft.com/office/drawing/2014/main" val="20001"/>
                    </a:ext>
                  </a:extLst>
                </a:gridCol>
              </a:tblGrid>
              <a:tr h="228600">
                <a:tc>
                  <a:txBody>
                    <a:bodyPr/>
                    <a:lstStyle/>
                    <a:p>
                      <a:pPr marL="0" marR="0" lvl="0" indent="0" algn="r" rtl="0">
                        <a:spcBef>
                          <a:spcPts val="0"/>
                        </a:spcBef>
                        <a:spcAft>
                          <a:spcPts val="0"/>
                        </a:spcAft>
                        <a:buNone/>
                      </a:pPr>
                      <a:r>
                        <a:rPr lang="en-US" sz="1800" u="none" strike="noStrike" cap="none"/>
                        <a:t>1   </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0" algn="l" rtl="0">
                        <a:spcBef>
                          <a:spcPts val="0"/>
                        </a:spcBef>
                        <a:spcAft>
                          <a:spcPts val="0"/>
                        </a:spcAft>
                        <a:buNone/>
                      </a:pPr>
                      <a:r>
                        <a:rPr lang="en-US" sz="1800" u="none" strike="noStrike" cap="none"/>
                        <a:t>   import * as symbolName from "filename";</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168" name="Google Shape;168;p17"/>
          <p:cNvSpPr/>
          <p:nvPr/>
        </p:nvSpPr>
        <p:spPr>
          <a:xfrm>
            <a:off x="457200" y="3886200"/>
            <a:ext cx="1158240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…creates a new global symbol </a:t>
            </a:r>
            <a:r>
              <a:rPr lang="en-US" sz="1800" b="1">
                <a:solidFill>
                  <a:schemeClr val="dk1"/>
                </a:solidFill>
                <a:latin typeface="Century Schoolbook"/>
                <a:ea typeface="Century Schoolbook"/>
                <a:cs typeface="Century Schoolbook"/>
                <a:sym typeface="Century Schoolbook"/>
              </a:rPr>
              <a:t>symbolName</a:t>
            </a:r>
            <a:r>
              <a:rPr lang="en-US" sz="1800">
                <a:solidFill>
                  <a:schemeClr val="dk1"/>
                </a:solidFill>
                <a:latin typeface="Century Schoolbook"/>
                <a:ea typeface="Century Schoolbook"/>
                <a:cs typeface="Century Schoolbook"/>
                <a:sym typeface="Century Schoolbook"/>
              </a:rPr>
              <a:t> whose members are all the global symbols from “filename”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72"/>
        <p:cNvGrpSpPr/>
        <p:nvPr/>
      </p:nvGrpSpPr>
      <p:grpSpPr>
        <a:xfrm>
          <a:off x="0" y="0"/>
          <a:ext cx="0" cy="0"/>
          <a:chOff x="0" y="0"/>
          <a:chExt cx="0" cy="0"/>
        </a:xfrm>
      </p:grpSpPr>
      <p:sp>
        <p:nvSpPr>
          <p:cNvPr id="173" name="Google Shape;173;p18"/>
          <p:cNvSpPr/>
          <p:nvPr/>
        </p:nvSpPr>
        <p:spPr>
          <a:xfrm>
            <a:off x="228600" y="191869"/>
            <a:ext cx="117348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Comments</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Just like any other language, </a:t>
            </a:r>
            <a:r>
              <a:rPr lang="en-US" sz="1800" i="1">
                <a:solidFill>
                  <a:schemeClr val="dk1"/>
                </a:solidFill>
                <a:latin typeface="Century Schoolbook"/>
                <a:ea typeface="Century Schoolbook"/>
                <a:cs typeface="Century Schoolbook"/>
                <a:sym typeface="Century Schoolbook"/>
              </a:rPr>
              <a:t>single line</a:t>
            </a:r>
            <a:r>
              <a:rPr lang="en-US" sz="1800">
                <a:solidFill>
                  <a:schemeClr val="dk1"/>
                </a:solidFill>
                <a:latin typeface="Century Schoolbook"/>
                <a:ea typeface="Century Schoolbook"/>
                <a:cs typeface="Century Schoolbook"/>
                <a:sym typeface="Century Schoolbook"/>
              </a:rPr>
              <a:t> and </a:t>
            </a:r>
            <a:r>
              <a:rPr lang="en-US" sz="1800" i="1">
                <a:solidFill>
                  <a:schemeClr val="dk1"/>
                </a:solidFill>
                <a:latin typeface="Century Schoolbook"/>
                <a:ea typeface="Century Schoolbook"/>
                <a:cs typeface="Century Schoolbook"/>
                <a:sym typeface="Century Schoolbook"/>
              </a:rPr>
              <a:t>multi-line</a:t>
            </a:r>
            <a:r>
              <a:rPr lang="en-US" sz="1800">
                <a:solidFill>
                  <a:schemeClr val="dk1"/>
                </a:solidFill>
                <a:latin typeface="Century Schoolbook"/>
                <a:ea typeface="Century Schoolbook"/>
                <a:cs typeface="Century Schoolbook"/>
                <a:sym typeface="Century Schoolbook"/>
              </a:rPr>
              <a:t> comments are possible in Solidity.</a:t>
            </a:r>
            <a:endParaRPr/>
          </a:p>
        </p:txBody>
      </p:sp>
      <p:graphicFrame>
        <p:nvGraphicFramePr>
          <p:cNvPr id="174" name="Google Shape;174;p18"/>
          <p:cNvGraphicFramePr/>
          <p:nvPr/>
        </p:nvGraphicFramePr>
        <p:xfrm>
          <a:off x="457200" y="990600"/>
          <a:ext cx="3000000" cy="3000000"/>
        </p:xfrm>
        <a:graphic>
          <a:graphicData uri="http://schemas.openxmlformats.org/drawingml/2006/table">
            <a:tbl>
              <a:tblPr>
                <a:noFill/>
                <a:tableStyleId>{41619480-12B1-49A5-B4C6-0258D6D647B2}</a:tableStyleId>
              </a:tblPr>
              <a:tblGrid>
                <a:gridCol w="446700">
                  <a:extLst>
                    <a:ext uri="{9D8B030D-6E8A-4147-A177-3AD203B41FA5}">
                      <a16:colId xmlns:a16="http://schemas.microsoft.com/office/drawing/2014/main" val="20000"/>
                    </a:ext>
                  </a:extLst>
                </a:gridCol>
                <a:gridCol w="8849700">
                  <a:extLst>
                    <a:ext uri="{9D8B030D-6E8A-4147-A177-3AD203B41FA5}">
                      <a16:colId xmlns:a16="http://schemas.microsoft.com/office/drawing/2014/main" val="20001"/>
                    </a:ext>
                  </a:extLst>
                </a:gridCol>
              </a:tblGrid>
              <a:tr h="1371600">
                <a:tc>
                  <a:txBody>
                    <a:bodyPr/>
                    <a:lstStyle/>
                    <a:p>
                      <a:pPr marL="0" marR="0" lvl="0" indent="0" algn="r" rtl="0">
                        <a:spcBef>
                          <a:spcPts val="0"/>
                        </a:spcBef>
                        <a:spcAft>
                          <a:spcPts val="0"/>
                        </a:spcAft>
                        <a:buNone/>
                      </a:pPr>
                      <a:r>
                        <a:rPr lang="en-US" sz="1800" u="none" strike="noStrike" cap="none"/>
                        <a:t>1</a:t>
                      </a:r>
                      <a:endParaRPr/>
                    </a:p>
                    <a:p>
                      <a:pPr marL="0" marR="0" lvl="0" indent="0" algn="r" rtl="0">
                        <a:spcBef>
                          <a:spcPts val="0"/>
                        </a:spcBef>
                        <a:spcAft>
                          <a:spcPts val="0"/>
                        </a:spcAft>
                        <a:buNone/>
                      </a:pPr>
                      <a:r>
                        <a:rPr lang="en-US" sz="1800" u="none" strike="noStrike" cap="none"/>
                        <a:t>2</a:t>
                      </a:r>
                      <a:endParaRPr/>
                    </a:p>
                    <a:p>
                      <a:pPr marL="0" marR="0" lvl="0" indent="0" algn="r" rtl="0">
                        <a:spcBef>
                          <a:spcPts val="0"/>
                        </a:spcBef>
                        <a:spcAft>
                          <a:spcPts val="0"/>
                        </a:spcAft>
                        <a:buNone/>
                      </a:pPr>
                      <a:r>
                        <a:rPr lang="en-US" sz="1800" u="none" strike="noStrike" cap="none"/>
                        <a:t>3</a:t>
                      </a:r>
                      <a:endParaRPr/>
                    </a:p>
                    <a:p>
                      <a:pPr marL="0" marR="0" lvl="0" indent="0" algn="r" rtl="0">
                        <a:spcBef>
                          <a:spcPts val="0"/>
                        </a:spcBef>
                        <a:spcAft>
                          <a:spcPts val="0"/>
                        </a:spcAft>
                        <a:buNone/>
                      </a:pPr>
                      <a:r>
                        <a:rPr lang="en-US" sz="1800" u="none" strike="noStrike" cap="none"/>
                        <a:t>4</a:t>
                      </a:r>
                      <a:endParaRPr/>
                    </a:p>
                    <a:p>
                      <a:pPr marL="0" marR="0" lvl="0" indent="0" algn="r" rtl="0">
                        <a:spcBef>
                          <a:spcPts val="0"/>
                        </a:spcBef>
                        <a:spcAft>
                          <a:spcPts val="0"/>
                        </a:spcAft>
                        <a:buNone/>
                      </a:pPr>
                      <a:r>
                        <a:rPr lang="en-US" sz="1800" u="none" strike="noStrike" cap="none"/>
                        <a:t>5</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0" algn="l" rtl="0">
                        <a:spcBef>
                          <a:spcPts val="0"/>
                        </a:spcBef>
                        <a:spcAft>
                          <a:spcPts val="0"/>
                        </a:spcAft>
                        <a:buNone/>
                      </a:pPr>
                      <a:r>
                        <a:rPr lang="en-US" sz="1800" u="none" strike="noStrike" cap="none"/>
                        <a:t>// This is a single-line comment.</a:t>
                      </a:r>
                      <a:endParaRPr/>
                    </a:p>
                    <a:p>
                      <a:pPr marL="0" marR="0" lvl="0" indent="0" algn="l" rtl="0">
                        <a:spcBef>
                          <a:spcPts val="0"/>
                        </a:spcBef>
                        <a:spcAft>
                          <a:spcPts val="0"/>
                        </a:spcAft>
                        <a:buNone/>
                      </a:pPr>
                      <a:r>
                        <a:rPr lang="en-US" sz="1800" u="none" strike="noStrike" cap="none"/>
                        <a:t>/*</a:t>
                      </a:r>
                      <a:endParaRPr/>
                    </a:p>
                    <a:p>
                      <a:pPr marL="0" marR="0" lvl="0" indent="0" algn="l" rtl="0">
                        <a:spcBef>
                          <a:spcPts val="0"/>
                        </a:spcBef>
                        <a:spcAft>
                          <a:spcPts val="0"/>
                        </a:spcAft>
                        <a:buNone/>
                      </a:pPr>
                      <a:r>
                        <a:rPr lang="en-US" sz="1800" u="none" strike="noStrike" cap="none"/>
                        <a:t>This is a</a:t>
                      </a:r>
                      <a:endParaRPr/>
                    </a:p>
                    <a:p>
                      <a:pPr marL="0" marR="0" lvl="0" indent="0" algn="l" rtl="0">
                        <a:spcBef>
                          <a:spcPts val="0"/>
                        </a:spcBef>
                        <a:spcAft>
                          <a:spcPts val="0"/>
                        </a:spcAft>
                        <a:buNone/>
                      </a:pPr>
                      <a:r>
                        <a:rPr lang="en-US" sz="1800" u="none" strike="noStrike" cap="none"/>
                        <a:t>multi-line comment</a:t>
                      </a:r>
                      <a:endParaRPr/>
                    </a:p>
                    <a:p>
                      <a:pPr marL="0" marR="0" lvl="0" indent="0" algn="l" rtl="0">
                        <a:spcBef>
                          <a:spcPts val="0"/>
                        </a:spcBef>
                        <a:spcAft>
                          <a:spcPts val="0"/>
                        </a:spcAft>
                        <a:buNone/>
                      </a:pPr>
                      <a:r>
                        <a:rPr lang="en-US" sz="1800" u="none" strike="noStrike" cap="none"/>
                        <a:t>*/</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175" name="Google Shape;175;p18"/>
          <p:cNvSpPr/>
          <p:nvPr/>
        </p:nvSpPr>
        <p:spPr>
          <a:xfrm>
            <a:off x="381000" y="2514600"/>
            <a:ext cx="11506200" cy="424731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Now, before we move further in our Solidity tutorial, you should know that </a:t>
            </a:r>
            <a:r>
              <a:rPr lang="en-US" sz="1800" b="1">
                <a:solidFill>
                  <a:srgbClr val="E65C01"/>
                </a:solidFill>
                <a:latin typeface="Century Schoolbook"/>
                <a:ea typeface="Century Schoolbook"/>
                <a:cs typeface="Century Schoolbook"/>
                <a:sym typeface="Century Schoolbook"/>
              </a:rPr>
              <a:t>Ethereum has </a:t>
            </a:r>
            <a:r>
              <a:rPr lang="en-US" sz="1800" b="1" i="1">
                <a:solidFill>
                  <a:srgbClr val="E65C01"/>
                </a:solidFill>
                <a:latin typeface="Century Schoolbook"/>
                <a:ea typeface="Century Schoolbook"/>
                <a:cs typeface="Century Schoolbook"/>
                <a:sym typeface="Century Schoolbook"/>
              </a:rPr>
              <a:t>three areas</a:t>
            </a:r>
            <a:r>
              <a:rPr lang="en-US" sz="1800" b="1">
                <a:solidFill>
                  <a:srgbClr val="E65C01"/>
                </a:solidFill>
                <a:latin typeface="Century Schoolbook"/>
                <a:ea typeface="Century Schoolbook"/>
                <a:cs typeface="Century Schoolbook"/>
                <a:sym typeface="Century Schoolbook"/>
              </a:rPr>
              <a:t> where it can store items</a:t>
            </a:r>
            <a:r>
              <a:rPr lang="en-US" sz="1800">
                <a:solidFill>
                  <a:schemeClr val="dk1"/>
                </a:solidFill>
                <a:latin typeface="Century Schoolbook"/>
                <a:ea typeface="Century Schoolbook"/>
                <a:cs typeface="Century Schoolbook"/>
                <a:sym typeface="Century Schoolbook"/>
              </a:rPr>
              <a:t>.</a:t>
            </a:r>
            <a:endParaRPr/>
          </a:p>
          <a:p>
            <a:pPr marL="0" marR="0" lvl="0" indent="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a:p>
            <a:pPr marL="342900" marR="0" lvl="0" indent="-342900" algn="l" rtl="0">
              <a:spcBef>
                <a:spcPts val="0"/>
              </a:spcBef>
              <a:spcAft>
                <a:spcPts val="0"/>
              </a:spcAft>
              <a:buClr>
                <a:schemeClr val="dk1"/>
              </a:buClr>
              <a:buSzPts val="1800"/>
              <a:buFont typeface="Century Schoolbook"/>
              <a:buAutoNum type="arabicPeriod"/>
            </a:pPr>
            <a:r>
              <a:rPr lang="en-US" sz="1800" b="1">
                <a:solidFill>
                  <a:schemeClr val="dk1"/>
                </a:solidFill>
                <a:latin typeface="Century Schoolbook"/>
                <a:ea typeface="Century Schoolbook"/>
                <a:cs typeface="Century Schoolbook"/>
                <a:sym typeface="Century Schoolbook"/>
              </a:rPr>
              <a:t>Storage: </a:t>
            </a:r>
            <a:r>
              <a:rPr lang="en-US" sz="1800">
                <a:solidFill>
                  <a:schemeClr val="dk1"/>
                </a:solidFill>
                <a:latin typeface="Century Schoolbook"/>
                <a:ea typeface="Century Schoolbook"/>
                <a:cs typeface="Century Schoolbook"/>
                <a:sym typeface="Century Schoolbook"/>
              </a:rPr>
              <a:t>where all the contract state variables reside. Every contract has its own storage and it is persistent between function calls</a:t>
            </a:r>
            <a:endParaRPr/>
          </a:p>
          <a:p>
            <a:pPr marL="342900" marR="0" lvl="0" indent="-342900" algn="l" rtl="0">
              <a:spcBef>
                <a:spcPts val="0"/>
              </a:spcBef>
              <a:spcAft>
                <a:spcPts val="0"/>
              </a:spcAft>
              <a:buClr>
                <a:schemeClr val="dk1"/>
              </a:buClr>
              <a:buSzPts val="1800"/>
              <a:buFont typeface="Century Schoolbook"/>
              <a:buAutoNum type="arabicPeriod"/>
            </a:pPr>
            <a:r>
              <a:rPr lang="en-US" sz="1800" b="1">
                <a:solidFill>
                  <a:schemeClr val="dk1"/>
                </a:solidFill>
                <a:latin typeface="Century Schoolbook"/>
                <a:ea typeface="Century Schoolbook"/>
                <a:cs typeface="Century Schoolbook"/>
                <a:sym typeface="Century Schoolbook"/>
              </a:rPr>
              <a:t>Memory:  </a:t>
            </a:r>
            <a:r>
              <a:rPr lang="en-US" sz="1800">
                <a:solidFill>
                  <a:schemeClr val="dk1"/>
                </a:solidFill>
                <a:latin typeface="Century Schoolbook"/>
                <a:ea typeface="Century Schoolbook"/>
                <a:cs typeface="Century Schoolbook"/>
                <a:sym typeface="Century Schoolbook"/>
              </a:rPr>
              <a:t>hold temporary values and gets erased between (external) function calls and is cheaper to use</a:t>
            </a:r>
            <a:endParaRPr/>
          </a:p>
          <a:p>
            <a:pPr marL="342900" marR="0" lvl="0" indent="-342900" algn="l" rtl="0">
              <a:spcBef>
                <a:spcPts val="0"/>
              </a:spcBef>
              <a:spcAft>
                <a:spcPts val="0"/>
              </a:spcAft>
              <a:buClr>
                <a:schemeClr val="dk1"/>
              </a:buClr>
              <a:buSzPts val="1800"/>
              <a:buFont typeface="Century Schoolbook"/>
              <a:buAutoNum type="arabicPeriod"/>
            </a:pPr>
            <a:r>
              <a:rPr lang="en-US" sz="1800" b="1">
                <a:solidFill>
                  <a:schemeClr val="dk1"/>
                </a:solidFill>
                <a:latin typeface="Century Schoolbook"/>
                <a:ea typeface="Century Schoolbook"/>
                <a:cs typeface="Century Schoolbook"/>
                <a:sym typeface="Century Schoolbook"/>
              </a:rPr>
              <a:t>Stack: </a:t>
            </a:r>
            <a:r>
              <a:rPr lang="en-US" sz="1800">
                <a:solidFill>
                  <a:schemeClr val="dk1"/>
                </a:solidFill>
                <a:latin typeface="Century Schoolbook"/>
                <a:ea typeface="Century Schoolbook"/>
                <a:cs typeface="Century Schoolbook"/>
                <a:sym typeface="Century Schoolbook"/>
              </a:rPr>
              <a:t>hold small local variables and is almost free to  use, but can only hold a limited amount of values</a:t>
            </a:r>
            <a:endParaRPr/>
          </a:p>
          <a:p>
            <a:pPr marL="342900" marR="0" lvl="0" indent="-34290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	</a:t>
            </a:r>
            <a:endParaRPr sz="1800">
              <a:solidFill>
                <a:schemeClr val="dk1"/>
              </a:solidFill>
              <a:latin typeface="Century Schoolbook"/>
              <a:ea typeface="Century Schoolbook"/>
              <a:cs typeface="Century Schoolbook"/>
              <a:sym typeface="Century Schoolbook"/>
            </a:endParaRPr>
          </a:p>
          <a:p>
            <a:pPr marL="342900" marR="0" lvl="0" indent="-34290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For almost all the types, you cannot specify where they should be stored, because they are copied</a:t>
            </a:r>
            <a:endParaRPr/>
          </a:p>
          <a:p>
            <a:pPr marL="342900" marR="0" lvl="0" indent="-34290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every time they are used.</a:t>
            </a:r>
            <a:endParaRPr/>
          </a:p>
          <a:p>
            <a:pPr marL="342900" marR="0" lvl="0" indent="-34290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a:p>
            <a:pPr marL="342900" marR="0" lvl="0" indent="-34290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Alright, now that you are aware of the storage locations in Ethereum Solidity, let me tell you about the</a:t>
            </a:r>
            <a:endParaRPr/>
          </a:p>
          <a:p>
            <a:pPr marL="342900" marR="0" lvl="0" indent="-34290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general value types.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9"/>
          <p:cNvSpPr/>
          <p:nvPr/>
        </p:nvSpPr>
        <p:spPr>
          <a:xfrm>
            <a:off x="228600" y="127337"/>
            <a:ext cx="11734800" cy="10156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chemeClr val="dk1"/>
                </a:solidFill>
                <a:latin typeface="Century Schoolbook"/>
                <a:ea typeface="Century Schoolbook"/>
                <a:cs typeface="Century Schoolbook"/>
                <a:sym typeface="Century Schoolbook"/>
              </a:rPr>
              <a:t>Value Types in Solidity</a:t>
            </a:r>
            <a:endParaRPr sz="24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The following types are also called value types because variables of these types will always be passed by value.</a:t>
            </a:r>
            <a:endParaRPr/>
          </a:p>
        </p:txBody>
      </p:sp>
      <p:sp>
        <p:nvSpPr>
          <p:cNvPr id="181" name="Google Shape;181;p19"/>
          <p:cNvSpPr/>
          <p:nvPr/>
        </p:nvSpPr>
        <p:spPr>
          <a:xfrm>
            <a:off x="304800" y="1295400"/>
            <a:ext cx="64008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Boolean</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i="1">
                <a:solidFill>
                  <a:schemeClr val="dk1"/>
                </a:solidFill>
                <a:latin typeface="Century Schoolbook"/>
                <a:ea typeface="Century Schoolbook"/>
                <a:cs typeface="Century Schoolbook"/>
                <a:sym typeface="Century Schoolbook"/>
              </a:rPr>
              <a:t>Keyword: Bool</a:t>
            </a:r>
            <a:endParaRPr sz="1800">
              <a:solidFill>
                <a:schemeClr val="dk1"/>
              </a:solidFill>
              <a:latin typeface="Century Schoolbook"/>
              <a:ea typeface="Century Schoolbook"/>
              <a:cs typeface="Century Schoolbook"/>
              <a:sym typeface="Century Schoolbook"/>
            </a:endParaRPr>
          </a:p>
        </p:txBody>
      </p:sp>
      <p:pic>
        <p:nvPicPr>
          <p:cNvPr id="182" name="Google Shape;182;p19" descr="Value types-Solidity tutorial-edureka"/>
          <p:cNvPicPr preferRelativeResize="0"/>
          <p:nvPr/>
        </p:nvPicPr>
        <p:blipFill rotWithShape="1">
          <a:blip r:embed="rId3">
            <a:alphaModFix/>
          </a:blip>
          <a:srcRect/>
          <a:stretch/>
        </p:blipFill>
        <p:spPr>
          <a:xfrm>
            <a:off x="1600200" y="2286000"/>
            <a:ext cx="8839200" cy="4495800"/>
          </a:xfrm>
          <a:prstGeom prst="rect">
            <a:avLst/>
          </a:prstGeom>
          <a:noFill/>
          <a:ln>
            <a:noFill/>
          </a:ln>
        </p:spPr>
      </p:pic>
      <p:sp>
        <p:nvSpPr>
          <p:cNvPr id="183" name="Google Shape;183;p19"/>
          <p:cNvSpPr/>
          <p:nvPr/>
        </p:nvSpPr>
        <p:spPr>
          <a:xfrm>
            <a:off x="3124200" y="1828800"/>
            <a:ext cx="5684569" cy="36933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The possible values are constants i.e., </a:t>
            </a:r>
            <a:r>
              <a:rPr lang="en-US" sz="1800" b="1">
                <a:solidFill>
                  <a:schemeClr val="dk1"/>
                </a:solidFill>
                <a:latin typeface="Century Schoolbook"/>
                <a:ea typeface="Century Schoolbook"/>
                <a:cs typeface="Century Schoolbook"/>
                <a:sym typeface="Century Schoolbook"/>
              </a:rPr>
              <a:t>true</a:t>
            </a:r>
            <a:r>
              <a:rPr lang="en-US" sz="1800">
                <a:solidFill>
                  <a:schemeClr val="dk1"/>
                </a:solidFill>
                <a:latin typeface="Century Schoolbook"/>
                <a:ea typeface="Century Schoolbook"/>
                <a:cs typeface="Century Schoolbook"/>
                <a:sym typeface="Century Schoolbook"/>
              </a:rPr>
              <a:t> or </a:t>
            </a:r>
            <a:r>
              <a:rPr lang="en-US" sz="1800" b="1">
                <a:solidFill>
                  <a:schemeClr val="dk1"/>
                </a:solidFill>
                <a:latin typeface="Century Schoolbook"/>
                <a:ea typeface="Century Schoolbook"/>
                <a:cs typeface="Century Schoolbook"/>
                <a:sym typeface="Century Schoolbook"/>
              </a:rPr>
              <a:t>false</a:t>
            </a:r>
            <a:endParaRPr sz="18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87"/>
        <p:cNvGrpSpPr/>
        <p:nvPr/>
      </p:nvGrpSpPr>
      <p:grpSpPr>
        <a:xfrm>
          <a:off x="0" y="0"/>
          <a:ext cx="0" cy="0"/>
          <a:chOff x="0" y="0"/>
          <a:chExt cx="0" cy="0"/>
        </a:xfrm>
      </p:grpSpPr>
      <p:sp>
        <p:nvSpPr>
          <p:cNvPr id="188" name="Google Shape;188;p20"/>
          <p:cNvSpPr/>
          <p:nvPr/>
        </p:nvSpPr>
        <p:spPr>
          <a:xfrm>
            <a:off x="228600" y="171271"/>
            <a:ext cx="11734800" cy="184665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chemeClr val="dk1"/>
                </a:solidFill>
                <a:latin typeface="Century Schoolbook"/>
                <a:ea typeface="Century Schoolbook"/>
                <a:cs typeface="Century Schoolbook"/>
                <a:sym typeface="Century Schoolbook"/>
              </a:rPr>
              <a:t>Integers</a:t>
            </a:r>
            <a:endParaRPr sz="24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endParaRPr sz="1800" i="1">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i="1">
                <a:solidFill>
                  <a:schemeClr val="dk1"/>
                </a:solidFill>
                <a:latin typeface="Century Schoolbook"/>
                <a:ea typeface="Century Schoolbook"/>
                <a:cs typeface="Century Schoolbook"/>
                <a:sym typeface="Century Schoolbook"/>
              </a:rPr>
              <a:t>Keyword:</a:t>
            </a:r>
            <a:r>
              <a:rPr lang="en-US" sz="1800">
                <a:solidFill>
                  <a:schemeClr val="dk1"/>
                </a:solidFill>
                <a:latin typeface="Century Schoolbook"/>
                <a:ea typeface="Century Schoolbook"/>
                <a:cs typeface="Century Schoolbook"/>
                <a:sym typeface="Century Schoolbook"/>
              </a:rPr>
              <a:t> int/uint (uint8 to uint256 in steps of 8 (unsigned of 8 up to 256 bits) and int8 to int256)</a:t>
            </a:r>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Signed and unsigned integers of various sizes.</a:t>
            </a:r>
            <a:endParaRPr/>
          </a:p>
          <a:p>
            <a:pPr marL="0" marR="0" lvl="0" indent="0" algn="l" rtl="0">
              <a:spcBef>
                <a:spcPts val="0"/>
              </a:spcBef>
              <a:spcAft>
                <a:spcPts val="0"/>
              </a:spcAft>
              <a:buNone/>
            </a:pPr>
            <a:endParaRPr sz="1800" b="1">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Example:</a:t>
            </a:r>
            <a:endParaRPr sz="1800">
              <a:solidFill>
                <a:schemeClr val="dk1"/>
              </a:solidFill>
              <a:latin typeface="Century Schoolbook"/>
              <a:ea typeface="Century Schoolbook"/>
              <a:cs typeface="Century Schoolbook"/>
              <a:sym typeface="Century Schoolbook"/>
            </a:endParaRPr>
          </a:p>
        </p:txBody>
      </p:sp>
      <p:graphicFrame>
        <p:nvGraphicFramePr>
          <p:cNvPr id="189" name="Google Shape;189;p20"/>
          <p:cNvGraphicFramePr/>
          <p:nvPr/>
        </p:nvGraphicFramePr>
        <p:xfrm>
          <a:off x="304800" y="2133600"/>
          <a:ext cx="3000000" cy="3000000"/>
        </p:xfrm>
        <a:graphic>
          <a:graphicData uri="http://schemas.openxmlformats.org/drawingml/2006/table">
            <a:tbl>
              <a:tblPr>
                <a:noFill/>
                <a:tableStyleId>{41619480-12B1-49A5-B4C6-0258D6D647B2}</a:tableStyleId>
              </a:tblPr>
              <a:tblGrid>
                <a:gridCol w="340975">
                  <a:extLst>
                    <a:ext uri="{9D8B030D-6E8A-4147-A177-3AD203B41FA5}">
                      <a16:colId xmlns:a16="http://schemas.microsoft.com/office/drawing/2014/main" val="20000"/>
                    </a:ext>
                  </a:extLst>
                </a:gridCol>
                <a:gridCol w="6755150">
                  <a:extLst>
                    <a:ext uri="{9D8B030D-6E8A-4147-A177-3AD203B41FA5}">
                      <a16:colId xmlns:a16="http://schemas.microsoft.com/office/drawing/2014/main" val="20001"/>
                    </a:ext>
                  </a:extLst>
                </a:gridCol>
              </a:tblGrid>
              <a:tr h="228600">
                <a:tc>
                  <a:txBody>
                    <a:bodyPr/>
                    <a:lstStyle/>
                    <a:p>
                      <a:pPr marL="0" marR="0" lvl="0" indent="0" algn="r" rtl="0">
                        <a:spcBef>
                          <a:spcPts val="0"/>
                        </a:spcBef>
                        <a:spcAft>
                          <a:spcPts val="0"/>
                        </a:spcAft>
                        <a:buNone/>
                      </a:pPr>
                      <a:r>
                        <a:rPr lang="en-US" sz="1800" u="none" strike="noStrike" cap="none"/>
                        <a:t>1</a:t>
                      </a:r>
                      <a:endParaRPr/>
                    </a:p>
                    <a:p>
                      <a:pPr marL="0" marR="0" lvl="0" indent="0" algn="r" rtl="0">
                        <a:spcBef>
                          <a:spcPts val="0"/>
                        </a:spcBef>
                        <a:spcAft>
                          <a:spcPts val="0"/>
                        </a:spcAft>
                        <a:buNone/>
                      </a:pPr>
                      <a:r>
                        <a:rPr lang="en-US" sz="1800" u="none" strike="noStrike" cap="none"/>
                        <a:t>2</a:t>
                      </a:r>
                      <a:endParaRPr/>
                    </a:p>
                    <a:p>
                      <a:pPr marL="0" marR="0" lvl="0" indent="0" algn="r" rtl="0">
                        <a:spcBef>
                          <a:spcPts val="0"/>
                        </a:spcBef>
                        <a:spcAft>
                          <a:spcPts val="0"/>
                        </a:spcAft>
                        <a:buNone/>
                      </a:pPr>
                      <a:r>
                        <a:rPr lang="en-US" sz="1800" u="none" strike="noStrike" cap="none"/>
                        <a:t>3</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0" algn="l" rtl="0">
                        <a:spcBef>
                          <a:spcPts val="0"/>
                        </a:spcBef>
                        <a:spcAft>
                          <a:spcPts val="0"/>
                        </a:spcAft>
                        <a:buNone/>
                      </a:pPr>
                      <a:r>
                        <a:rPr lang="en-US" sz="1800" u="none" strike="noStrike" cap="none"/>
                        <a:t>   contract MySample{</a:t>
                      </a:r>
                      <a:endParaRPr/>
                    </a:p>
                    <a:p>
                      <a:pPr marL="0" marR="0" lvl="0" indent="0" algn="l" rtl="0">
                        <a:spcBef>
                          <a:spcPts val="0"/>
                        </a:spcBef>
                        <a:spcAft>
                          <a:spcPts val="0"/>
                        </a:spcAft>
                        <a:buNone/>
                      </a:pPr>
                      <a:r>
                        <a:rPr lang="en-US" sz="1800" u="none" strike="noStrike" cap="none"/>
                        <a:t>   uint UnsignedInt =50;</a:t>
                      </a:r>
                      <a:endParaRPr/>
                    </a:p>
                    <a:p>
                      <a:pPr marL="0" marR="0" lvl="0" indent="0" algn="l" rtl="0">
                        <a:spcBef>
                          <a:spcPts val="0"/>
                        </a:spcBef>
                        <a:spcAft>
                          <a:spcPts val="0"/>
                        </a:spcAft>
                        <a:buNone/>
                      </a:pPr>
                      <a:r>
                        <a:rPr lang="en-US" sz="1800" u="none" strike="noStrike" cap="none"/>
                        <a:t>    }</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190" name="Google Shape;190;p20"/>
          <p:cNvSpPr/>
          <p:nvPr/>
        </p:nvSpPr>
        <p:spPr>
          <a:xfrm>
            <a:off x="381000" y="3200400"/>
            <a:ext cx="1127760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In the above statement, we have created a </a:t>
            </a:r>
            <a:r>
              <a:rPr lang="en-US" sz="1800" b="1">
                <a:solidFill>
                  <a:schemeClr val="dk1"/>
                </a:solidFill>
                <a:latin typeface="Century Schoolbook"/>
                <a:ea typeface="Century Schoolbook"/>
                <a:cs typeface="Century Schoolbook"/>
                <a:sym typeface="Century Schoolbook"/>
              </a:rPr>
              <a:t>uint</a:t>
            </a:r>
            <a:r>
              <a:rPr lang="en-US" sz="1800">
                <a:solidFill>
                  <a:schemeClr val="dk1"/>
                </a:solidFill>
                <a:latin typeface="Century Schoolbook"/>
                <a:ea typeface="Century Schoolbook"/>
                <a:cs typeface="Century Schoolbook"/>
                <a:sym typeface="Century Schoolbook"/>
              </a:rPr>
              <a:t> called </a:t>
            </a:r>
            <a:r>
              <a:rPr lang="en-US" sz="1800" b="1">
                <a:solidFill>
                  <a:schemeClr val="dk1"/>
                </a:solidFill>
                <a:latin typeface="Century Schoolbook"/>
                <a:ea typeface="Century Schoolbook"/>
                <a:cs typeface="Century Schoolbook"/>
                <a:sym typeface="Century Schoolbook"/>
              </a:rPr>
              <a:t>InsignedInt </a:t>
            </a:r>
            <a:r>
              <a:rPr lang="en-US" sz="1800">
                <a:solidFill>
                  <a:schemeClr val="dk1"/>
                </a:solidFill>
                <a:latin typeface="Century Schoolbook"/>
                <a:ea typeface="Century Schoolbook"/>
                <a:cs typeface="Century Schoolbook"/>
                <a:sym typeface="Century Schoolbook"/>
              </a:rPr>
              <a:t>&amp; set it to 50.</a:t>
            </a:r>
            <a:endParaRPr/>
          </a:p>
        </p:txBody>
      </p:sp>
      <p:sp>
        <p:nvSpPr>
          <p:cNvPr id="191" name="Google Shape;191;p20"/>
          <p:cNvSpPr/>
          <p:nvPr/>
        </p:nvSpPr>
        <p:spPr>
          <a:xfrm>
            <a:off x="304800" y="3886200"/>
            <a:ext cx="11506200" cy="923330"/>
          </a:xfrm>
          <a:prstGeom prst="rect">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lt2"/>
                </a:solidFill>
                <a:latin typeface="Comic Sans MS"/>
                <a:ea typeface="Comic Sans MS"/>
                <a:cs typeface="Comic Sans MS"/>
                <a:sym typeface="Comic Sans MS"/>
              </a:rPr>
              <a:t>uint is a </a:t>
            </a:r>
            <a:r>
              <a:rPr lang="en-US" sz="1800" b="1">
                <a:solidFill>
                  <a:schemeClr val="lt2"/>
                </a:solidFill>
                <a:latin typeface="Comic Sans MS"/>
                <a:ea typeface="Comic Sans MS"/>
                <a:cs typeface="Comic Sans MS"/>
                <a:sym typeface="Comic Sans MS"/>
              </a:rPr>
              <a:t>keyword that is used to declare a variable which can store an integral type of value</a:t>
            </a:r>
            <a:r>
              <a:rPr lang="en-US" sz="1800">
                <a:solidFill>
                  <a:schemeClr val="lt2"/>
                </a:solidFill>
                <a:latin typeface="Comic Sans MS"/>
                <a:ea typeface="Comic Sans MS"/>
                <a:cs typeface="Comic Sans MS"/>
                <a:sym typeface="Comic Sans MS"/>
              </a:rPr>
              <a:t> (unsigned integer) from the range of 0 to 4,294,967,295. It keyword is an alias of System. ... uint keyword occupies 4 bytes (32 bits) space in the memory.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5"/>
        <p:cNvGrpSpPr/>
        <p:nvPr/>
      </p:nvGrpSpPr>
      <p:grpSpPr>
        <a:xfrm>
          <a:off x="0" y="0"/>
          <a:ext cx="0" cy="0"/>
          <a:chOff x="0" y="0"/>
          <a:chExt cx="0" cy="0"/>
        </a:xfrm>
      </p:grpSpPr>
      <p:sp>
        <p:nvSpPr>
          <p:cNvPr id="196" name="Google Shape;196;p21"/>
          <p:cNvSpPr/>
          <p:nvPr/>
        </p:nvSpPr>
        <p:spPr>
          <a:xfrm>
            <a:off x="304800" y="228600"/>
            <a:ext cx="11734800" cy="240065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chemeClr val="dk1"/>
                </a:solidFill>
                <a:latin typeface="Century Schoolbook"/>
                <a:ea typeface="Century Schoolbook"/>
                <a:cs typeface="Century Schoolbook"/>
                <a:sym typeface="Century Schoolbook"/>
              </a:rPr>
              <a:t>Address: </a:t>
            </a:r>
            <a:endParaRPr sz="24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i="1">
                <a:solidFill>
                  <a:schemeClr val="dk1"/>
                </a:solidFill>
                <a:latin typeface="Century Schoolbook"/>
                <a:ea typeface="Century Schoolbook"/>
                <a:cs typeface="Century Schoolbook"/>
                <a:sym typeface="Century Schoolbook"/>
              </a:rPr>
              <a:t>Keyword: </a:t>
            </a:r>
            <a:r>
              <a:rPr lang="en-US" sz="1800">
                <a:solidFill>
                  <a:schemeClr val="dk1"/>
                </a:solidFill>
                <a:latin typeface="Century Schoolbook"/>
                <a:ea typeface="Century Schoolbook"/>
                <a:cs typeface="Century Schoolbook"/>
                <a:sym typeface="Century Schoolbook"/>
              </a:rPr>
              <a:t>address</a:t>
            </a:r>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Holds a 20-byte value (size of an Ethereum address). Address types also have </a:t>
            </a:r>
            <a:r>
              <a:rPr lang="en-US" sz="1800" i="1">
                <a:solidFill>
                  <a:schemeClr val="dk1"/>
                </a:solidFill>
                <a:latin typeface="Century Schoolbook"/>
                <a:ea typeface="Century Schoolbook"/>
                <a:cs typeface="Century Schoolbook"/>
                <a:sym typeface="Century Schoolbook"/>
              </a:rPr>
              <a:t>members</a:t>
            </a:r>
            <a:r>
              <a:rPr lang="en-US" sz="1800">
                <a:solidFill>
                  <a:schemeClr val="dk1"/>
                </a:solidFill>
                <a:latin typeface="Century Schoolbook"/>
                <a:ea typeface="Century Schoolbook"/>
                <a:cs typeface="Century Schoolbook"/>
                <a:sym typeface="Century Schoolbook"/>
              </a:rPr>
              <a:t> and serve as a base for all contracts.</a:t>
            </a:r>
            <a:endParaRPr/>
          </a:p>
          <a:p>
            <a:pPr marL="0" marR="0" lvl="0" indent="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Members of Addresses: Balance &amp; Transfer</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It is possible to query the balance of an address using the property </a:t>
            </a:r>
            <a:r>
              <a:rPr lang="en-US" sz="1800" b="1" i="1">
                <a:solidFill>
                  <a:schemeClr val="dk1"/>
                </a:solidFill>
                <a:latin typeface="Century Schoolbook"/>
                <a:ea typeface="Century Schoolbook"/>
                <a:cs typeface="Century Schoolbook"/>
                <a:sym typeface="Century Schoolbook"/>
              </a:rPr>
              <a:t>balance</a:t>
            </a:r>
            <a:r>
              <a:rPr lang="en-US" sz="1800">
                <a:solidFill>
                  <a:schemeClr val="dk1"/>
                </a:solidFill>
                <a:latin typeface="Century Schoolbook"/>
                <a:ea typeface="Century Schoolbook"/>
                <a:cs typeface="Century Schoolbook"/>
                <a:sym typeface="Century Schoolbook"/>
              </a:rPr>
              <a:t> and to send Ether to an address using the </a:t>
            </a:r>
            <a:r>
              <a:rPr lang="en-US" sz="1800" b="1" i="1">
                <a:solidFill>
                  <a:schemeClr val="dk1"/>
                </a:solidFill>
                <a:latin typeface="Century Schoolbook"/>
                <a:ea typeface="Century Schoolbook"/>
                <a:cs typeface="Century Schoolbook"/>
                <a:sym typeface="Century Schoolbook"/>
              </a:rPr>
              <a:t>transfer</a:t>
            </a:r>
            <a:r>
              <a:rPr lang="en-US" sz="1800">
                <a:solidFill>
                  <a:schemeClr val="dk1"/>
                </a:solidFill>
                <a:latin typeface="Century Schoolbook"/>
                <a:ea typeface="Century Schoolbook"/>
                <a:cs typeface="Century Schoolbook"/>
                <a:sym typeface="Century Schoolbook"/>
              </a:rPr>
              <a:t> function.</a:t>
            </a:r>
            <a:endParaRPr/>
          </a:p>
        </p:txBody>
      </p:sp>
      <p:graphicFrame>
        <p:nvGraphicFramePr>
          <p:cNvPr id="197" name="Google Shape;197;p21"/>
          <p:cNvGraphicFramePr/>
          <p:nvPr/>
        </p:nvGraphicFramePr>
        <p:xfrm>
          <a:off x="457200" y="2819400"/>
          <a:ext cx="3000000" cy="3000000"/>
        </p:xfrm>
        <a:graphic>
          <a:graphicData uri="http://schemas.openxmlformats.org/drawingml/2006/table">
            <a:tbl>
              <a:tblPr>
                <a:noFill/>
                <a:tableStyleId>{41619480-12B1-49A5-B4C6-0258D6D647B2}</a:tableStyleId>
              </a:tblPr>
              <a:tblGrid>
                <a:gridCol w="479650">
                  <a:extLst>
                    <a:ext uri="{9D8B030D-6E8A-4147-A177-3AD203B41FA5}">
                      <a16:colId xmlns:a16="http://schemas.microsoft.com/office/drawing/2014/main" val="20000"/>
                    </a:ext>
                  </a:extLst>
                </a:gridCol>
                <a:gridCol w="9502550">
                  <a:extLst>
                    <a:ext uri="{9D8B030D-6E8A-4147-A177-3AD203B41FA5}">
                      <a16:colId xmlns:a16="http://schemas.microsoft.com/office/drawing/2014/main" val="20001"/>
                    </a:ext>
                  </a:extLst>
                </a:gridCol>
              </a:tblGrid>
              <a:tr h="228600">
                <a:tc>
                  <a:txBody>
                    <a:bodyPr/>
                    <a:lstStyle/>
                    <a:p>
                      <a:pPr marL="0" marR="0" lvl="0" indent="0" algn="r" rtl="0">
                        <a:spcBef>
                          <a:spcPts val="0"/>
                        </a:spcBef>
                        <a:spcAft>
                          <a:spcPts val="0"/>
                        </a:spcAft>
                        <a:buNone/>
                      </a:pPr>
                      <a:r>
                        <a:rPr lang="en-US" sz="1800" u="none" strike="noStrike" cap="none"/>
                        <a:t>1    </a:t>
                      </a:r>
                      <a:endParaRPr sz="1800" u="none" strike="noStrike" cap="none"/>
                    </a:p>
                    <a:p>
                      <a:pPr marL="0" marR="0" lvl="0" indent="0" algn="r" rtl="0">
                        <a:spcBef>
                          <a:spcPts val="0"/>
                        </a:spcBef>
                        <a:spcAft>
                          <a:spcPts val="0"/>
                        </a:spcAft>
                        <a:buNone/>
                      </a:pPr>
                      <a:r>
                        <a:rPr lang="en-US" sz="1800" u="none" strike="noStrike" cap="none"/>
                        <a:t>2</a:t>
                      </a:r>
                      <a:endParaRPr/>
                    </a:p>
                    <a:p>
                      <a:pPr marL="0" marR="0" lvl="0" indent="0" algn="r" rtl="0">
                        <a:spcBef>
                          <a:spcPts val="0"/>
                        </a:spcBef>
                        <a:spcAft>
                          <a:spcPts val="0"/>
                        </a:spcAft>
                        <a:buNone/>
                      </a:pPr>
                      <a:r>
                        <a:rPr lang="en-US" sz="1800" u="none" strike="noStrike" cap="none"/>
                        <a:t>3</a:t>
                      </a:r>
                      <a:endParaRPr/>
                    </a:p>
                    <a:p>
                      <a:pPr marL="0" marR="0" lvl="0" indent="0" algn="r" rtl="0">
                        <a:spcBef>
                          <a:spcPts val="0"/>
                        </a:spcBef>
                        <a:spcAft>
                          <a:spcPts val="0"/>
                        </a:spcAft>
                        <a:buNone/>
                      </a:pPr>
                      <a:r>
                        <a:rPr lang="en-US" sz="1800" u="none" strike="noStrike" cap="none"/>
                        <a:t>4</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0" algn="l" rtl="0">
                        <a:spcBef>
                          <a:spcPts val="0"/>
                        </a:spcBef>
                        <a:spcAft>
                          <a:spcPts val="0"/>
                        </a:spcAft>
                        <a:buNone/>
                      </a:pPr>
                      <a:r>
                        <a:rPr lang="en-US" sz="1800" u="none" strike="noStrike" cap="none"/>
                        <a:t>   address x = 0x123;</a:t>
                      </a:r>
                      <a:endParaRPr/>
                    </a:p>
                    <a:p>
                      <a:pPr marL="0" marR="0" lvl="0" indent="0" algn="l" rtl="0">
                        <a:spcBef>
                          <a:spcPts val="0"/>
                        </a:spcBef>
                        <a:spcAft>
                          <a:spcPts val="0"/>
                        </a:spcAft>
                        <a:buNone/>
                      </a:pPr>
                      <a:r>
                        <a:rPr lang="en-US" sz="1800" u="none" strike="noStrike" cap="none"/>
                        <a:t>   address myAddress = this;</a:t>
                      </a:r>
                      <a:endParaRPr/>
                    </a:p>
                    <a:p>
                      <a:pPr marL="0" marR="0" lvl="0" indent="0" algn="l" rtl="0">
                        <a:spcBef>
                          <a:spcPts val="0"/>
                        </a:spcBef>
                        <a:spcAft>
                          <a:spcPts val="0"/>
                        </a:spcAft>
                        <a:buNone/>
                      </a:pPr>
                      <a:r>
                        <a:rPr lang="en-US" sz="1800" u="none" strike="noStrike" cap="none"/>
                        <a:t>   if  (x.balance &lt; 10 &amp;&amp; myAddress.balance &gt; = 10)</a:t>
                      </a:r>
                      <a:r>
                        <a:rPr lang="en-US"/>
                        <a:t> </a:t>
                      </a:r>
                      <a:r>
                        <a:rPr lang="en-US" sz="1800" u="none" strike="noStrike" cap="none"/>
                        <a:t> x.transfer(10);</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198" name="Google Shape;198;p21"/>
          <p:cNvSpPr/>
          <p:nvPr/>
        </p:nvSpPr>
        <p:spPr>
          <a:xfrm>
            <a:off x="533400" y="4343400"/>
            <a:ext cx="11430000" cy="12003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Strings: </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i="1">
                <a:solidFill>
                  <a:schemeClr val="dk1"/>
                </a:solidFill>
                <a:latin typeface="Century Schoolbook"/>
                <a:ea typeface="Century Schoolbook"/>
                <a:cs typeface="Century Schoolbook"/>
                <a:sym typeface="Century Schoolbook"/>
              </a:rPr>
              <a:t>Keyword:</a:t>
            </a:r>
            <a:r>
              <a:rPr lang="en-US" sz="1800">
                <a:solidFill>
                  <a:schemeClr val="dk1"/>
                </a:solidFill>
                <a:latin typeface="Century Schoolbook"/>
                <a:ea typeface="Century Schoolbook"/>
                <a:cs typeface="Century Schoolbook"/>
                <a:sym typeface="Century Schoolbook"/>
              </a:rPr>
              <a:t> String literals are written with either double or single-quotes </a:t>
            </a:r>
            <a:r>
              <a:rPr lang="en-US" sz="1800" b="1">
                <a:solidFill>
                  <a:schemeClr val="dk1"/>
                </a:solidFill>
                <a:latin typeface="Century Schoolbook"/>
                <a:ea typeface="Century Schoolbook"/>
                <a:cs typeface="Century Schoolbook"/>
                <a:sym typeface="Century Schoolbook"/>
              </a:rPr>
              <a:t>“foo”</a:t>
            </a:r>
            <a:r>
              <a:rPr lang="en-US" sz="1800">
                <a:solidFill>
                  <a:schemeClr val="dk1"/>
                </a:solidFill>
                <a:latin typeface="Century Schoolbook"/>
                <a:ea typeface="Century Schoolbook"/>
                <a:cs typeface="Century Schoolbook"/>
                <a:sym typeface="Century Schoolbook"/>
              </a:rPr>
              <a:t> or </a:t>
            </a:r>
            <a:r>
              <a:rPr lang="en-US" sz="1800" b="1">
                <a:solidFill>
                  <a:schemeClr val="dk1"/>
                </a:solidFill>
                <a:latin typeface="Century Schoolbook"/>
                <a:ea typeface="Century Schoolbook"/>
                <a:cs typeface="Century Schoolbook"/>
                <a:sym typeface="Century Schoolbook"/>
              </a:rPr>
              <a:t>‘bar’</a:t>
            </a:r>
            <a:r>
              <a:rPr lang="en-US" sz="1800">
                <a:solidFill>
                  <a:schemeClr val="dk1"/>
                </a:solidFill>
                <a:latin typeface="Century Schoolbook"/>
                <a:ea typeface="Century Schoolbook"/>
                <a:cs typeface="Century Schoolbook"/>
                <a:sym typeface="Century Schoolbook"/>
              </a:rPr>
              <a:t>.</a:t>
            </a:r>
            <a:br>
              <a:rPr lang="en-US" sz="1800">
                <a:solidFill>
                  <a:schemeClr val="dk1"/>
                </a:solidFill>
                <a:latin typeface="Century Schoolbook"/>
                <a:ea typeface="Century Schoolbook"/>
                <a:cs typeface="Century Schoolbook"/>
                <a:sym typeface="Century Schoolbook"/>
              </a:rPr>
            </a:br>
            <a:br>
              <a:rPr lang="en-US" sz="1800">
                <a:solidFill>
                  <a:schemeClr val="dk1"/>
                </a:solidFill>
                <a:latin typeface="Century Schoolbook"/>
                <a:ea typeface="Century Schoolbook"/>
                <a:cs typeface="Century Schoolbook"/>
                <a:sym typeface="Century Schoolbook"/>
              </a:rPr>
            </a:br>
            <a:r>
              <a:rPr lang="en-US" sz="1800">
                <a:solidFill>
                  <a:schemeClr val="dk1"/>
                </a:solidFill>
                <a:latin typeface="Century Schoolbook"/>
                <a:ea typeface="Century Schoolbook"/>
                <a:cs typeface="Century Schoolbook"/>
                <a:sym typeface="Century Schoolbook"/>
              </a:rPr>
              <a:t>Used for arbitrary-length UTF-data.</a:t>
            </a:r>
            <a:endParaRPr/>
          </a:p>
        </p:txBody>
      </p:sp>
      <p:graphicFrame>
        <p:nvGraphicFramePr>
          <p:cNvPr id="199" name="Google Shape;199;p21"/>
          <p:cNvGraphicFramePr/>
          <p:nvPr/>
        </p:nvGraphicFramePr>
        <p:xfrm>
          <a:off x="609600" y="5715000"/>
          <a:ext cx="3000000" cy="3000000"/>
        </p:xfrm>
        <a:graphic>
          <a:graphicData uri="http://schemas.openxmlformats.org/drawingml/2006/table">
            <a:tbl>
              <a:tblPr>
                <a:noFill/>
                <a:tableStyleId>{41619480-12B1-49A5-B4C6-0258D6D647B2}</a:tableStyleId>
              </a:tblPr>
              <a:tblGrid>
                <a:gridCol w="340975">
                  <a:extLst>
                    <a:ext uri="{9D8B030D-6E8A-4147-A177-3AD203B41FA5}">
                      <a16:colId xmlns:a16="http://schemas.microsoft.com/office/drawing/2014/main" val="20000"/>
                    </a:ext>
                  </a:extLst>
                </a:gridCol>
                <a:gridCol w="6755150">
                  <a:extLst>
                    <a:ext uri="{9D8B030D-6E8A-4147-A177-3AD203B41FA5}">
                      <a16:colId xmlns:a16="http://schemas.microsoft.com/office/drawing/2014/main" val="20001"/>
                    </a:ext>
                  </a:extLst>
                </a:gridCol>
              </a:tblGrid>
              <a:tr h="228600">
                <a:tc>
                  <a:txBody>
                    <a:bodyPr/>
                    <a:lstStyle/>
                    <a:p>
                      <a:pPr marL="0" marR="0" lvl="0" indent="0" algn="r" rtl="0">
                        <a:spcBef>
                          <a:spcPts val="0"/>
                        </a:spcBef>
                        <a:spcAft>
                          <a:spcPts val="0"/>
                        </a:spcAft>
                        <a:buNone/>
                      </a:pPr>
                      <a:r>
                        <a:rPr lang="en-US" sz="1800" u="none" strike="noStrike" cap="none"/>
                        <a:t>1</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0" algn="l" rtl="0">
                        <a:spcBef>
                          <a:spcPts val="0"/>
                        </a:spcBef>
                        <a:spcAft>
                          <a:spcPts val="0"/>
                        </a:spcAft>
                        <a:buNone/>
                      </a:pPr>
                      <a:r>
                        <a:rPr lang="en-US" sz="1800" u="none" strike="noStrike" cap="none"/>
                        <a:t>    string language = "Solidity";</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200" name="Google Shape;200;p21"/>
          <p:cNvSpPr/>
          <p:nvPr/>
        </p:nvSpPr>
        <p:spPr>
          <a:xfrm>
            <a:off x="609600" y="6059269"/>
            <a:ext cx="108204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These value types can interact with each other in expressions containing operators. Next, in our Solidity tutorial, let me tell you about the various operators.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2"/>
          <p:cNvSpPr/>
          <p:nvPr/>
        </p:nvSpPr>
        <p:spPr>
          <a:xfrm>
            <a:off x="228600" y="228600"/>
            <a:ext cx="119634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Operators</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Operators in solidity are same as in JavaScript. Solidity has four types of operators:</a:t>
            </a:r>
            <a:endParaRPr/>
          </a:p>
        </p:txBody>
      </p:sp>
      <p:pic>
        <p:nvPicPr>
          <p:cNvPr id="206" name="Google Shape;206;p22" descr="Operators-Solidity Tutorial-edureka"/>
          <p:cNvPicPr preferRelativeResize="0"/>
          <p:nvPr/>
        </p:nvPicPr>
        <p:blipFill rotWithShape="1">
          <a:blip r:embed="rId3">
            <a:alphaModFix/>
          </a:blip>
          <a:srcRect/>
          <a:stretch/>
        </p:blipFill>
        <p:spPr>
          <a:xfrm>
            <a:off x="0" y="1828800"/>
            <a:ext cx="11892185" cy="4648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p23"/>
          <p:cNvPicPr preferRelativeResize="0"/>
          <p:nvPr/>
        </p:nvPicPr>
        <p:blipFill rotWithShape="1">
          <a:blip r:embed="rId3">
            <a:alphaModFix/>
          </a:blip>
          <a:srcRect/>
          <a:stretch/>
        </p:blipFill>
        <p:spPr>
          <a:xfrm>
            <a:off x="304800" y="761999"/>
            <a:ext cx="11430000" cy="513805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15"/>
        <p:cNvGrpSpPr/>
        <p:nvPr/>
      </p:nvGrpSpPr>
      <p:grpSpPr>
        <a:xfrm>
          <a:off x="0" y="0"/>
          <a:ext cx="0" cy="0"/>
          <a:chOff x="0" y="0"/>
          <a:chExt cx="0" cy="0"/>
        </a:xfrm>
      </p:grpSpPr>
      <p:sp>
        <p:nvSpPr>
          <p:cNvPr id="216" name="Google Shape;216;p24"/>
          <p:cNvSpPr/>
          <p:nvPr/>
        </p:nvSpPr>
        <p:spPr>
          <a:xfrm>
            <a:off x="228600" y="0"/>
            <a:ext cx="12115800" cy="30162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a:solidFill>
                  <a:schemeClr val="dk1"/>
                </a:solidFill>
                <a:latin typeface="Century Schoolbook"/>
                <a:ea typeface="Century Schoolbook"/>
                <a:cs typeface="Century Schoolbook"/>
                <a:sym typeface="Century Schoolbook"/>
              </a:rPr>
              <a:t>Incremental Operators</a:t>
            </a:r>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Incremental operators in solidity: a++, a–, ++a, –a, a+=1, a=a+1</a:t>
            </a:r>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Rules applicable to other programming languages are similar in solidity also.</a:t>
            </a:r>
            <a:endParaRPr/>
          </a:p>
          <a:p>
            <a:pPr marL="0" marR="0" lvl="0" indent="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2000" b="1">
                <a:solidFill>
                  <a:schemeClr val="dk1"/>
                </a:solidFill>
                <a:latin typeface="Century Schoolbook"/>
                <a:ea typeface="Century Schoolbook"/>
                <a:cs typeface="Century Schoolbook"/>
                <a:sym typeface="Century Schoolbook"/>
              </a:rPr>
              <a:t>Bitwise Operators:</a:t>
            </a:r>
            <a:endParaRPr sz="20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Following are the operators: (Bitwise OR) ‘|’, (Bitwise XOR), (Bitwise negation) ‘~’ , (Bitwise right shift) ‘&gt;&gt;’, (Bitwise left shift) ‘&lt;&lt;‘</a:t>
            </a:r>
            <a:endParaRPr/>
          </a:p>
          <a:p>
            <a:pPr marL="0" marR="0" lvl="0" indent="0" algn="l" rtl="0">
              <a:spcBef>
                <a:spcPts val="0"/>
              </a:spcBef>
              <a:spcAft>
                <a:spcPts val="0"/>
              </a:spcAft>
              <a:buNone/>
            </a:pP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2000" b="1">
                <a:solidFill>
                  <a:schemeClr val="dk1"/>
                </a:solidFill>
                <a:latin typeface="Century Schoolbook"/>
                <a:ea typeface="Century Schoolbook"/>
                <a:cs typeface="Century Schoolbook"/>
                <a:sym typeface="Century Schoolbook"/>
              </a:rPr>
              <a:t>Logical Operators:</a:t>
            </a:r>
            <a:endParaRPr sz="20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Logical operators in Solidity:  ! (logical negation),  &amp;&amp; (logical  and),  || (logical or),  ==(equality), != (not equal)</a:t>
            </a:r>
            <a:endParaRPr/>
          </a:p>
        </p:txBody>
      </p:sp>
      <p:graphicFrame>
        <p:nvGraphicFramePr>
          <p:cNvPr id="217" name="Google Shape;217;p24"/>
          <p:cNvGraphicFramePr/>
          <p:nvPr/>
        </p:nvGraphicFramePr>
        <p:xfrm>
          <a:off x="304800" y="3124200"/>
          <a:ext cx="3000000" cy="3000000"/>
        </p:xfrm>
        <a:graphic>
          <a:graphicData uri="http://schemas.openxmlformats.org/drawingml/2006/table">
            <a:tbl>
              <a:tblPr>
                <a:noFill/>
                <a:tableStyleId>{41619480-12B1-49A5-B4C6-0258D6D647B2}</a:tableStyleId>
              </a:tblPr>
              <a:tblGrid>
                <a:gridCol w="547800">
                  <a:extLst>
                    <a:ext uri="{9D8B030D-6E8A-4147-A177-3AD203B41FA5}">
                      <a16:colId xmlns:a16="http://schemas.microsoft.com/office/drawing/2014/main" val="20000"/>
                    </a:ext>
                  </a:extLst>
                </a:gridCol>
                <a:gridCol w="11415600">
                  <a:extLst>
                    <a:ext uri="{9D8B030D-6E8A-4147-A177-3AD203B41FA5}">
                      <a16:colId xmlns:a16="http://schemas.microsoft.com/office/drawing/2014/main" val="20001"/>
                    </a:ext>
                  </a:extLst>
                </a:gridCol>
              </a:tblGrid>
              <a:tr h="4083875">
                <a:tc>
                  <a:txBody>
                    <a:bodyPr/>
                    <a:lstStyle/>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1</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2</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3</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4</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5</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6</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7</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8</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9</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10</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11</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12</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13</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14</a:t>
                      </a:r>
                      <a:endParaRPr/>
                    </a:p>
                    <a:p>
                      <a:pPr marL="0" marR="0" lvl="0" indent="0" algn="r" rtl="0">
                        <a:spcBef>
                          <a:spcPts val="0"/>
                        </a:spcBef>
                        <a:spcAft>
                          <a:spcPts val="0"/>
                        </a:spcAft>
                        <a:buNone/>
                      </a:pPr>
                      <a:r>
                        <a:rPr lang="en-US" sz="1700" u="none" strike="noStrike" cap="none">
                          <a:latin typeface="Comic Sans MS"/>
                          <a:ea typeface="Comic Sans MS"/>
                          <a:cs typeface="Comic Sans MS"/>
                          <a:sym typeface="Comic Sans MS"/>
                        </a:rPr>
                        <a:t>15</a:t>
                      </a:r>
                      <a:endParaRPr sz="1700" b="0" i="0" u="none" strike="noStrike" cap="none">
                        <a:solidFill>
                          <a:srgbClr val="AFAFAF"/>
                        </a:solidFill>
                        <a:latin typeface="Comic Sans MS"/>
                        <a:ea typeface="Comic Sans MS"/>
                        <a:cs typeface="Comic Sans MS"/>
                        <a:sym typeface="Comic Sans MS"/>
                      </a:endParaRPr>
                    </a:p>
                  </a:txBody>
                  <a:tcPr marL="0" marR="0" marT="0" marB="0" anchor="ctr"/>
                </a:tc>
                <a:tc>
                  <a:txBody>
                    <a:bodyPr/>
                    <a:lstStyle/>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contract operators {</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 Arithmetic Operators</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 +,-,*,/, %, **</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 Incremental Operators</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 a++, a--, a+=1, a=a+1,++a,--a;</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a=10;</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a= a++; //here, output will be 10, because the value is first returned and then then increment is done</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a=++a;</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//Logical Operators</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 &amp;&amp;, ||, ==, !=</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isOwner = true &amp;&amp; false;</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var orValue= 0x02 | 0x01; // output would be 0x03</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//Bitwise Operators~,&gt;&gt;, &lt;&lt;;</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function Operators() {</a:t>
                      </a:r>
                      <a:endParaRPr/>
                    </a:p>
                    <a:p>
                      <a:pPr marL="173038" marR="0" lvl="0" indent="0" algn="l" rtl="0">
                        <a:spcBef>
                          <a:spcPts val="0"/>
                        </a:spcBef>
                        <a:spcAft>
                          <a:spcPts val="0"/>
                        </a:spcAft>
                        <a:buNone/>
                      </a:pPr>
                      <a:r>
                        <a:rPr lang="en-US" sz="1700" u="none" strike="noStrike" cap="none">
                          <a:latin typeface="Comic Sans MS"/>
                          <a:ea typeface="Comic Sans MS"/>
                          <a:cs typeface="Comic Sans MS"/>
                          <a:sym typeface="Comic Sans MS"/>
                        </a:rPr>
                        <a:t>// Initialize state variables here}}</a:t>
                      </a:r>
                      <a:endParaRPr sz="1700" b="0" i="0" u="none" strike="noStrike" cap="none">
                        <a:latin typeface="Comic Sans MS"/>
                        <a:ea typeface="Comic Sans MS"/>
                        <a:cs typeface="Comic Sans MS"/>
                        <a:sym typeface="Comic Sans MS"/>
                      </a:endParaRPr>
                    </a:p>
                  </a:txBody>
                  <a:tcPr marL="0" marR="0" marT="0" marB="0" anchor="ctr"/>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5"/>
          <p:cNvSpPr/>
          <p:nvPr/>
        </p:nvSpPr>
        <p:spPr>
          <a:xfrm>
            <a:off x="381000" y="0"/>
            <a:ext cx="1165860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Now Sometimes there is a need for a more complex data type. For this Solidity provides </a:t>
            </a:r>
            <a:r>
              <a:rPr lang="en-US" sz="1800" b="1">
                <a:solidFill>
                  <a:schemeClr val="dk1"/>
                </a:solidFill>
                <a:latin typeface="Century Schoolbook"/>
                <a:ea typeface="Century Schoolbook"/>
                <a:cs typeface="Century Schoolbook"/>
                <a:sym typeface="Century Schoolbook"/>
              </a:rPr>
              <a:t>structs.</a:t>
            </a:r>
            <a:endParaRPr sz="1800">
              <a:solidFill>
                <a:schemeClr val="dk1"/>
              </a:solidFill>
              <a:latin typeface="Century Schoolbook"/>
              <a:ea typeface="Century Schoolbook"/>
              <a:cs typeface="Century Schoolbook"/>
              <a:sym typeface="Century Schoolbook"/>
            </a:endParaRPr>
          </a:p>
        </p:txBody>
      </p:sp>
      <p:pic>
        <p:nvPicPr>
          <p:cNvPr id="223" name="Google Shape;223;p25" descr="data structures in solidity-Solidity Programming-edureka"/>
          <p:cNvPicPr preferRelativeResize="0"/>
          <p:nvPr/>
        </p:nvPicPr>
        <p:blipFill rotWithShape="1">
          <a:blip r:embed="rId3">
            <a:alphaModFix/>
          </a:blip>
          <a:srcRect/>
          <a:stretch/>
        </p:blipFill>
        <p:spPr>
          <a:xfrm>
            <a:off x="457200" y="1828800"/>
            <a:ext cx="10591800" cy="5236058"/>
          </a:xfrm>
          <a:prstGeom prst="rect">
            <a:avLst/>
          </a:prstGeom>
          <a:noFill/>
          <a:ln>
            <a:noFill/>
          </a:ln>
        </p:spPr>
      </p:pic>
      <p:sp>
        <p:nvSpPr>
          <p:cNvPr id="224" name="Google Shape;224;p25"/>
          <p:cNvSpPr/>
          <p:nvPr/>
        </p:nvSpPr>
        <p:spPr>
          <a:xfrm>
            <a:off x="457200" y="457200"/>
            <a:ext cx="64008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Data Structures in Solidity</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Solidity provides three types of data structures: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28"/>
        <p:cNvGrpSpPr/>
        <p:nvPr/>
      </p:nvGrpSpPr>
      <p:grpSpPr>
        <a:xfrm>
          <a:off x="0" y="0"/>
          <a:ext cx="0" cy="0"/>
          <a:chOff x="0" y="0"/>
          <a:chExt cx="0" cy="0"/>
        </a:xfrm>
      </p:grpSpPr>
      <p:sp>
        <p:nvSpPr>
          <p:cNvPr id="229" name="Google Shape;229;p26"/>
          <p:cNvSpPr/>
          <p:nvPr/>
        </p:nvSpPr>
        <p:spPr>
          <a:xfrm>
            <a:off x="152400" y="0"/>
            <a:ext cx="11963400" cy="147732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Structs</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Solidity provides a way to define new types in the form of structs. Structs are custom defined types that can group several variables.</a:t>
            </a:r>
            <a:endParaRPr/>
          </a:p>
          <a:p>
            <a:pPr marL="0" marR="0" lvl="0" indent="0" algn="l" rtl="0">
              <a:spcBef>
                <a:spcPts val="0"/>
              </a:spcBef>
              <a:spcAft>
                <a:spcPts val="0"/>
              </a:spcAft>
              <a:buNone/>
            </a:pPr>
            <a:br>
              <a:rPr lang="en-US" sz="1800">
                <a:solidFill>
                  <a:schemeClr val="dk1"/>
                </a:solidFill>
                <a:latin typeface="Century Schoolbook"/>
                <a:ea typeface="Century Schoolbook"/>
                <a:cs typeface="Century Schoolbook"/>
                <a:sym typeface="Century Schoolbook"/>
              </a:rPr>
            </a:br>
            <a:endParaRPr sz="1800">
              <a:solidFill>
                <a:schemeClr val="dk1"/>
              </a:solidFill>
              <a:latin typeface="Century Schoolbook"/>
              <a:ea typeface="Century Schoolbook"/>
              <a:cs typeface="Century Schoolbook"/>
              <a:sym typeface="Century Schoolbook"/>
            </a:endParaRPr>
          </a:p>
        </p:txBody>
      </p:sp>
      <p:graphicFrame>
        <p:nvGraphicFramePr>
          <p:cNvPr id="230" name="Google Shape;230;p26"/>
          <p:cNvGraphicFramePr/>
          <p:nvPr/>
        </p:nvGraphicFramePr>
        <p:xfrm>
          <a:off x="304800" y="1143000"/>
          <a:ext cx="3000000" cy="3000000"/>
        </p:xfrm>
        <a:graphic>
          <a:graphicData uri="http://schemas.openxmlformats.org/drawingml/2006/table">
            <a:tbl>
              <a:tblPr>
                <a:noFill/>
                <a:tableStyleId>{41619480-12B1-49A5-B4C6-0258D6D647B2}</a:tableStyleId>
              </a:tblPr>
              <a:tblGrid>
                <a:gridCol w="534550">
                  <a:extLst>
                    <a:ext uri="{9D8B030D-6E8A-4147-A177-3AD203B41FA5}">
                      <a16:colId xmlns:a16="http://schemas.microsoft.com/office/drawing/2014/main" val="20000"/>
                    </a:ext>
                  </a:extLst>
                </a:gridCol>
                <a:gridCol w="10590650">
                  <a:extLst>
                    <a:ext uri="{9D8B030D-6E8A-4147-A177-3AD203B41FA5}">
                      <a16:colId xmlns:a16="http://schemas.microsoft.com/office/drawing/2014/main" val="20001"/>
                    </a:ext>
                  </a:extLst>
                </a:gridCol>
              </a:tblGrid>
              <a:tr h="228600">
                <a:tc>
                  <a:txBody>
                    <a:bodyPr/>
                    <a:lstStyle/>
                    <a:p>
                      <a:pPr marL="0" marR="0" lvl="0" indent="0" algn="r" rtl="0">
                        <a:spcBef>
                          <a:spcPts val="0"/>
                        </a:spcBef>
                        <a:spcAft>
                          <a:spcPts val="0"/>
                        </a:spcAft>
                        <a:buNone/>
                      </a:pPr>
                      <a:r>
                        <a:rPr lang="en-US" sz="1800" u="none" strike="noStrike" cap="none"/>
                        <a:t>1</a:t>
                      </a:r>
                      <a:endParaRPr/>
                    </a:p>
                    <a:p>
                      <a:pPr marL="0" marR="0" lvl="0" indent="0" algn="r" rtl="0">
                        <a:spcBef>
                          <a:spcPts val="0"/>
                        </a:spcBef>
                        <a:spcAft>
                          <a:spcPts val="0"/>
                        </a:spcAft>
                        <a:buNone/>
                      </a:pPr>
                      <a:r>
                        <a:rPr lang="en-US" sz="1800" u="none" strike="noStrike" cap="none"/>
                        <a:t>2</a:t>
                      </a:r>
                      <a:endParaRPr/>
                    </a:p>
                    <a:p>
                      <a:pPr marL="0" marR="0" lvl="0" indent="0" algn="r" rtl="0">
                        <a:spcBef>
                          <a:spcPts val="0"/>
                        </a:spcBef>
                        <a:spcAft>
                          <a:spcPts val="0"/>
                        </a:spcAft>
                        <a:buNone/>
                      </a:pPr>
                      <a:r>
                        <a:rPr lang="en-US" sz="1800" u="none" strike="noStrike" cap="none"/>
                        <a:t>3</a:t>
                      </a:r>
                      <a:endParaRPr/>
                    </a:p>
                    <a:p>
                      <a:pPr marL="0" marR="0" lvl="0" indent="0" algn="r" rtl="0">
                        <a:spcBef>
                          <a:spcPts val="0"/>
                        </a:spcBef>
                        <a:spcAft>
                          <a:spcPts val="0"/>
                        </a:spcAft>
                        <a:buNone/>
                      </a:pPr>
                      <a:r>
                        <a:rPr lang="en-US" sz="1800" u="none" strike="noStrike" cap="none"/>
                        <a:t>4</a:t>
                      </a:r>
                      <a:endParaRPr/>
                    </a:p>
                    <a:p>
                      <a:pPr marL="0" marR="0" lvl="0" indent="0" algn="r" rtl="0">
                        <a:spcBef>
                          <a:spcPts val="0"/>
                        </a:spcBef>
                        <a:spcAft>
                          <a:spcPts val="0"/>
                        </a:spcAft>
                        <a:buNone/>
                      </a:pPr>
                      <a:r>
                        <a:rPr lang="en-US" sz="1800" u="none" strike="noStrike" cap="none"/>
                        <a:t>5</a:t>
                      </a:r>
                      <a:endParaRPr/>
                    </a:p>
                    <a:p>
                      <a:pPr marL="0" marR="0" lvl="0" indent="0" algn="r" rtl="0">
                        <a:spcBef>
                          <a:spcPts val="0"/>
                        </a:spcBef>
                        <a:spcAft>
                          <a:spcPts val="0"/>
                        </a:spcAft>
                        <a:buNone/>
                      </a:pPr>
                      <a:r>
                        <a:rPr lang="en-US" sz="1800" u="none" strike="noStrike" cap="none"/>
                        <a:t>6</a:t>
                      </a:r>
                      <a:endParaRPr/>
                    </a:p>
                    <a:p>
                      <a:pPr marL="0" marR="0" lvl="0" indent="0" algn="r" rtl="0">
                        <a:spcBef>
                          <a:spcPts val="0"/>
                        </a:spcBef>
                        <a:spcAft>
                          <a:spcPts val="0"/>
                        </a:spcAft>
                        <a:buNone/>
                      </a:pPr>
                      <a:r>
                        <a:rPr lang="en-US" sz="1800" u="none" strike="noStrike" cap="none"/>
                        <a:t>7</a:t>
                      </a:r>
                      <a:endParaRPr/>
                    </a:p>
                    <a:p>
                      <a:pPr marL="0" marR="0" lvl="0" indent="0" algn="r" rtl="0">
                        <a:spcBef>
                          <a:spcPts val="0"/>
                        </a:spcBef>
                        <a:spcAft>
                          <a:spcPts val="0"/>
                        </a:spcAft>
                        <a:buNone/>
                      </a:pPr>
                      <a:r>
                        <a:rPr lang="en-US" sz="1800" u="none" strike="noStrike" cap="none"/>
                        <a:t>8</a:t>
                      </a:r>
                      <a:endParaRPr/>
                    </a:p>
                    <a:p>
                      <a:pPr marL="0" marR="0" lvl="0" indent="0" algn="r" rtl="0">
                        <a:spcBef>
                          <a:spcPts val="0"/>
                        </a:spcBef>
                        <a:spcAft>
                          <a:spcPts val="0"/>
                        </a:spcAft>
                        <a:buNone/>
                      </a:pPr>
                      <a:r>
                        <a:rPr lang="en-US" sz="1800" u="none" strike="noStrike" cap="none"/>
                        <a:t>9</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236538" algn="l" rtl="0">
                        <a:spcBef>
                          <a:spcPts val="0"/>
                        </a:spcBef>
                        <a:spcAft>
                          <a:spcPts val="0"/>
                        </a:spcAft>
                        <a:buNone/>
                      </a:pPr>
                      <a:r>
                        <a:rPr lang="en-US" sz="1800" u="none" strike="noStrike" cap="none"/>
                        <a:t>pragma solidity ^0.4.0;</a:t>
                      </a:r>
                      <a:endParaRPr/>
                    </a:p>
                    <a:p>
                      <a:pPr marL="0" marR="0" lvl="0" indent="236538" algn="l" rtl="0">
                        <a:spcBef>
                          <a:spcPts val="0"/>
                        </a:spcBef>
                        <a:spcAft>
                          <a:spcPts val="0"/>
                        </a:spcAft>
                        <a:buNone/>
                      </a:pPr>
                      <a:r>
                        <a:rPr lang="en-US" sz="1800" u="none" strike="noStrike" cap="none"/>
                        <a:t>contract Ballot {</a:t>
                      </a:r>
                      <a:endParaRPr/>
                    </a:p>
                    <a:p>
                      <a:pPr marL="0" marR="0" lvl="0" indent="236538" algn="l" rtl="0">
                        <a:spcBef>
                          <a:spcPts val="0"/>
                        </a:spcBef>
                        <a:spcAft>
                          <a:spcPts val="0"/>
                        </a:spcAft>
                        <a:buNone/>
                      </a:pPr>
                      <a:r>
                        <a:rPr lang="en-US" sz="1800" u="none" strike="noStrike" cap="none"/>
                        <a:t>struct Voter { // Struct</a:t>
                      </a:r>
                      <a:endParaRPr sz="1800" u="none" strike="noStrike" cap="none"/>
                    </a:p>
                    <a:p>
                      <a:pPr marL="0" marR="0" lvl="0" indent="236538" algn="l" rtl="0">
                        <a:spcBef>
                          <a:spcPts val="0"/>
                        </a:spcBef>
                        <a:spcAft>
                          <a:spcPts val="0"/>
                        </a:spcAft>
                        <a:buNone/>
                      </a:pPr>
                      <a:r>
                        <a:rPr lang="en-US" sz="1800" u="none" strike="noStrike" cap="none"/>
                        <a:t>uint weight1, weight2, weight3;</a:t>
                      </a:r>
                      <a:endParaRPr/>
                    </a:p>
                    <a:p>
                      <a:pPr marL="0" marR="0" lvl="0" indent="236538" algn="l" rtl="0">
                        <a:spcBef>
                          <a:spcPts val="0"/>
                        </a:spcBef>
                        <a:spcAft>
                          <a:spcPts val="0"/>
                        </a:spcAft>
                        <a:buNone/>
                      </a:pPr>
                      <a:r>
                        <a:rPr lang="en-US" sz="1800" u="none" strike="noStrike" cap="none"/>
                        <a:t>bool voted;</a:t>
                      </a:r>
                      <a:endParaRPr/>
                    </a:p>
                    <a:p>
                      <a:pPr marL="0" marR="0" lvl="0" indent="236538" algn="l" rtl="0">
                        <a:spcBef>
                          <a:spcPts val="0"/>
                        </a:spcBef>
                        <a:spcAft>
                          <a:spcPts val="0"/>
                        </a:spcAft>
                        <a:buNone/>
                      </a:pPr>
                      <a:r>
                        <a:rPr lang="en-US" sz="1800" u="none" strike="noStrike" cap="none"/>
                        <a:t>address delegate1, delegate2, delegate3, delegate4;</a:t>
                      </a:r>
                      <a:endParaRPr/>
                    </a:p>
                    <a:p>
                      <a:pPr marL="0" marR="0" lvl="0" indent="236538" algn="l" rtl="0">
                        <a:spcBef>
                          <a:spcPts val="0"/>
                        </a:spcBef>
                        <a:spcAft>
                          <a:spcPts val="0"/>
                        </a:spcAft>
                        <a:buNone/>
                      </a:pPr>
                      <a:r>
                        <a:rPr lang="en-US" sz="1800" u="none" strike="noStrike" cap="none"/>
                        <a:t>string name;</a:t>
                      </a:r>
                      <a:endParaRPr/>
                    </a:p>
                    <a:p>
                      <a:pPr marL="0" marR="0" lvl="0" indent="236538" algn="l" rtl="0">
                        <a:spcBef>
                          <a:spcPts val="0"/>
                        </a:spcBef>
                        <a:spcAft>
                          <a:spcPts val="0"/>
                        </a:spcAft>
                        <a:buNone/>
                      </a:pPr>
                      <a:r>
                        <a:rPr lang="en-US" sz="1800" u="none" strike="noStrike" cap="none"/>
                        <a:t>uint vote1, vote2, vote3, vote4, vote5;</a:t>
                      </a:r>
                      <a:endParaRPr/>
                    </a:p>
                    <a:p>
                      <a:pPr marL="0" marR="0" lvl="0" indent="236538" algn="l" rtl="0">
                        <a:spcBef>
                          <a:spcPts val="0"/>
                        </a:spcBef>
                        <a:spcAft>
                          <a:spcPts val="0"/>
                        </a:spcAft>
                        <a:buNone/>
                      </a:pPr>
                      <a:r>
                        <a:rPr lang="en-US" sz="1800" u="none" strike="noStrike" cap="none"/>
                        <a:t>uint height1, height2, height3   } }</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231" name="Google Shape;231;p26"/>
          <p:cNvSpPr/>
          <p:nvPr/>
        </p:nvSpPr>
        <p:spPr>
          <a:xfrm>
            <a:off x="304800" y="3810000"/>
            <a:ext cx="11506200" cy="17543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rgbClr val="FF0000"/>
                </a:solidFill>
                <a:latin typeface="Century Schoolbook"/>
                <a:ea typeface="Century Schoolbook"/>
                <a:cs typeface="Century Schoolbook"/>
                <a:sym typeface="Century Schoolbook"/>
              </a:rPr>
              <a:t>Note: </a:t>
            </a:r>
            <a:r>
              <a:rPr lang="en-US" sz="1800">
                <a:solidFill>
                  <a:srgbClr val="FF0000"/>
                </a:solidFill>
                <a:latin typeface="Century Schoolbook"/>
                <a:ea typeface="Century Schoolbook"/>
                <a:cs typeface="Century Schoolbook"/>
                <a:sym typeface="Century Schoolbook"/>
              </a:rPr>
              <a:t>Structs can only have 16 members, exceeding which the following error might occur: Stack too Deep.</a:t>
            </a:r>
            <a:endParaRPr/>
          </a:p>
          <a:p>
            <a:pPr marL="0" marR="0" lvl="0" indent="0" algn="l" rtl="0">
              <a:spcBef>
                <a:spcPts val="0"/>
              </a:spcBef>
              <a:spcAft>
                <a:spcPts val="0"/>
              </a:spcAft>
              <a:buNone/>
            </a:pPr>
            <a:endParaRPr sz="1800" i="1">
              <a:solidFill>
                <a:srgbClr val="FF0000"/>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i="1">
                <a:solidFill>
                  <a:srgbClr val="FF0000"/>
                </a:solidFill>
                <a:latin typeface="Century Schoolbook"/>
                <a:ea typeface="Century Schoolbook"/>
                <a:cs typeface="Century Schoolbook"/>
                <a:sym typeface="Century Schoolbook"/>
              </a:rPr>
              <a:t>Structs allow you to create more complicated data types that have multiple properties.</a:t>
            </a:r>
            <a:endParaRPr sz="1800">
              <a:solidFill>
                <a:srgbClr val="FF0000"/>
              </a:solidFill>
              <a:latin typeface="Century Schoolbook"/>
              <a:ea typeface="Century Schoolbook"/>
              <a:cs typeface="Century Schoolbook"/>
              <a:sym typeface="Century Schoolbook"/>
            </a:endParaRPr>
          </a:p>
          <a:p>
            <a:pPr marL="0" marR="0" lvl="0" indent="0" algn="l" rtl="0">
              <a:spcBef>
                <a:spcPts val="0"/>
              </a:spcBef>
              <a:spcAft>
                <a:spcPts val="0"/>
              </a:spcAft>
              <a:buNone/>
            </a:pPr>
            <a:endParaRPr sz="1800">
              <a:solidFill>
                <a:srgbClr val="FF0000"/>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rgbClr val="FF0000"/>
                </a:solidFill>
                <a:latin typeface="Century Schoolbook"/>
                <a:ea typeface="Century Schoolbook"/>
                <a:cs typeface="Century Schoolbook"/>
                <a:sym typeface="Century Schoolbook"/>
              </a:rPr>
              <a:t>Now, what if you need a collection of something, say addresses. Well, just like most of the languages, Solidity also has Arrays.</a:t>
            </a:r>
            <a:endParaRPr/>
          </a:p>
        </p:txBody>
      </p:sp>
      <p:pic>
        <p:nvPicPr>
          <p:cNvPr id="232" name="Google Shape;232;p26" descr="Sticker of a Cartoon Curious Boy Taking Notes Stock Vector - Illustration  of survey, student: 150400836"/>
          <p:cNvPicPr preferRelativeResize="0"/>
          <p:nvPr/>
        </p:nvPicPr>
        <p:blipFill rotWithShape="1">
          <a:blip r:embed="rId3">
            <a:alphaModFix/>
          </a:blip>
          <a:srcRect b="8661"/>
          <a:stretch/>
        </p:blipFill>
        <p:spPr>
          <a:xfrm>
            <a:off x="9525000" y="5361458"/>
            <a:ext cx="2026205" cy="195374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36"/>
        <p:cNvGrpSpPr/>
        <p:nvPr/>
      </p:nvGrpSpPr>
      <p:grpSpPr>
        <a:xfrm>
          <a:off x="0" y="0"/>
          <a:ext cx="0" cy="0"/>
          <a:chOff x="0" y="0"/>
          <a:chExt cx="0" cy="0"/>
        </a:xfrm>
      </p:grpSpPr>
      <p:sp>
        <p:nvSpPr>
          <p:cNvPr id="237" name="Google Shape;237;p27"/>
          <p:cNvSpPr/>
          <p:nvPr/>
        </p:nvSpPr>
        <p:spPr>
          <a:xfrm>
            <a:off x="228600" y="228600"/>
            <a:ext cx="116586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Arrays</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Arrays in Solidity can have a compile-time fixed size or they can be dynamic.</a:t>
            </a:r>
            <a:endParaRPr/>
          </a:p>
        </p:txBody>
      </p:sp>
      <p:graphicFrame>
        <p:nvGraphicFramePr>
          <p:cNvPr id="238" name="Google Shape;238;p27"/>
          <p:cNvGraphicFramePr/>
          <p:nvPr/>
        </p:nvGraphicFramePr>
        <p:xfrm>
          <a:off x="381000" y="914400"/>
          <a:ext cx="3000000" cy="3000000"/>
        </p:xfrm>
        <a:graphic>
          <a:graphicData uri="http://schemas.openxmlformats.org/drawingml/2006/table">
            <a:tbl>
              <a:tblPr>
                <a:noFill/>
                <a:tableStyleId>{41619480-12B1-49A5-B4C6-0258D6D647B2}</a:tableStyleId>
              </a:tblPr>
              <a:tblGrid>
                <a:gridCol w="344175">
                  <a:extLst>
                    <a:ext uri="{9D8B030D-6E8A-4147-A177-3AD203B41FA5}">
                      <a16:colId xmlns:a16="http://schemas.microsoft.com/office/drawing/2014/main" val="20000"/>
                    </a:ext>
                  </a:extLst>
                </a:gridCol>
                <a:gridCol w="6818625">
                  <a:extLst>
                    <a:ext uri="{9D8B030D-6E8A-4147-A177-3AD203B41FA5}">
                      <a16:colId xmlns:a16="http://schemas.microsoft.com/office/drawing/2014/main" val="20001"/>
                    </a:ext>
                  </a:extLst>
                </a:gridCol>
              </a:tblGrid>
              <a:tr h="426725">
                <a:tc>
                  <a:txBody>
                    <a:bodyPr/>
                    <a:lstStyle/>
                    <a:p>
                      <a:pPr marL="0" marR="0" lvl="0" indent="0" algn="r" rtl="0">
                        <a:spcBef>
                          <a:spcPts val="0"/>
                        </a:spcBef>
                        <a:spcAft>
                          <a:spcPts val="0"/>
                        </a:spcAft>
                        <a:buNone/>
                      </a:pPr>
                      <a:r>
                        <a:rPr lang="en-US" sz="1800" u="none" strike="noStrike" cap="none"/>
                        <a:t>1</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284163" algn="l" rtl="0">
                        <a:spcBef>
                          <a:spcPts val="0"/>
                        </a:spcBef>
                        <a:spcAft>
                          <a:spcPts val="0"/>
                        </a:spcAft>
                        <a:buNone/>
                      </a:pPr>
                      <a:r>
                        <a:rPr lang="en-US" sz="1800" u="none" strike="noStrike" cap="none"/>
                        <a:t>uint[3] fixed;  //array of fixed length 3</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graphicFrame>
        <p:nvGraphicFramePr>
          <p:cNvPr id="239" name="Google Shape;239;p27"/>
          <p:cNvGraphicFramePr/>
          <p:nvPr/>
        </p:nvGraphicFramePr>
        <p:xfrm>
          <a:off x="457200" y="1447800"/>
          <a:ext cx="3000000" cy="3000000"/>
        </p:xfrm>
        <a:graphic>
          <a:graphicData uri="http://schemas.openxmlformats.org/drawingml/2006/table">
            <a:tbl>
              <a:tblPr>
                <a:noFill/>
                <a:tableStyleId>{41619480-12B1-49A5-B4C6-0258D6D647B2}</a:tableStyleId>
              </a:tblPr>
              <a:tblGrid>
                <a:gridCol w="340975">
                  <a:extLst>
                    <a:ext uri="{9D8B030D-6E8A-4147-A177-3AD203B41FA5}">
                      <a16:colId xmlns:a16="http://schemas.microsoft.com/office/drawing/2014/main" val="20000"/>
                    </a:ext>
                  </a:extLst>
                </a:gridCol>
                <a:gridCol w="6755150">
                  <a:extLst>
                    <a:ext uri="{9D8B030D-6E8A-4147-A177-3AD203B41FA5}">
                      <a16:colId xmlns:a16="http://schemas.microsoft.com/office/drawing/2014/main" val="20001"/>
                    </a:ext>
                  </a:extLst>
                </a:gridCol>
              </a:tblGrid>
              <a:tr h="228600">
                <a:tc>
                  <a:txBody>
                    <a:bodyPr/>
                    <a:lstStyle/>
                    <a:p>
                      <a:pPr marL="0" marR="0" lvl="0" indent="0" algn="r" rtl="0">
                        <a:spcBef>
                          <a:spcPts val="0"/>
                        </a:spcBef>
                        <a:spcAft>
                          <a:spcPts val="0"/>
                        </a:spcAft>
                        <a:buNone/>
                      </a:pPr>
                      <a:r>
                        <a:rPr lang="en-US" sz="1800" u="none" strike="noStrike" cap="none"/>
                        <a:t>1</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346075" algn="l" rtl="0">
                        <a:spcBef>
                          <a:spcPts val="0"/>
                        </a:spcBef>
                        <a:spcAft>
                          <a:spcPts val="0"/>
                        </a:spcAft>
                        <a:buNone/>
                      </a:pPr>
                      <a:r>
                        <a:rPr lang="en-US" sz="1800" u="none" strike="noStrike" cap="none"/>
                        <a:t>uint[] dynamic; //a dynamic array has no fixed size, it can keep growing</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240" name="Google Shape;240;p27"/>
          <p:cNvSpPr/>
          <p:nvPr/>
        </p:nvSpPr>
        <p:spPr>
          <a:xfrm>
            <a:off x="381000" y="2438400"/>
            <a:ext cx="1127760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You can also create an array of structs. Using the previously created </a:t>
            </a:r>
            <a:r>
              <a:rPr lang="en-US" sz="1800" b="1">
                <a:solidFill>
                  <a:schemeClr val="dk1"/>
                </a:solidFill>
                <a:latin typeface="Century Schoolbook"/>
                <a:ea typeface="Century Schoolbook"/>
                <a:cs typeface="Century Schoolbook"/>
                <a:sym typeface="Century Schoolbook"/>
              </a:rPr>
              <a:t>Voter</a:t>
            </a:r>
            <a:r>
              <a:rPr lang="en-US" sz="1800">
                <a:solidFill>
                  <a:schemeClr val="dk1"/>
                </a:solidFill>
                <a:latin typeface="Century Schoolbook"/>
                <a:ea typeface="Century Schoolbook"/>
                <a:cs typeface="Century Schoolbook"/>
                <a:sym typeface="Century Schoolbook"/>
              </a:rPr>
              <a:t> struct:</a:t>
            </a:r>
            <a:endParaRPr sz="1800">
              <a:solidFill>
                <a:schemeClr val="dk1"/>
              </a:solidFill>
              <a:latin typeface="Century Schoolbook"/>
              <a:ea typeface="Century Schoolbook"/>
              <a:cs typeface="Century Schoolbook"/>
              <a:sym typeface="Century Schoolbook"/>
            </a:endParaRPr>
          </a:p>
        </p:txBody>
      </p:sp>
      <p:sp>
        <p:nvSpPr>
          <p:cNvPr id="241" name="Google Shape;241;p27"/>
          <p:cNvSpPr/>
          <p:nvPr/>
        </p:nvSpPr>
        <p:spPr>
          <a:xfrm>
            <a:off x="533400" y="4572000"/>
            <a:ext cx="1051560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Note:</a:t>
            </a:r>
            <a:r>
              <a:rPr lang="en-US" sz="1800">
                <a:solidFill>
                  <a:schemeClr val="dk1"/>
                </a:solidFill>
                <a:latin typeface="Century Schoolbook"/>
                <a:ea typeface="Century Schoolbook"/>
                <a:cs typeface="Century Schoolbook"/>
                <a:sym typeface="Century Schoolbook"/>
              </a:rPr>
              <a:t>  declaring an array as public will automatically create a better method for it</a:t>
            </a:r>
            <a:endParaRPr/>
          </a:p>
        </p:txBody>
      </p:sp>
      <p:graphicFrame>
        <p:nvGraphicFramePr>
          <p:cNvPr id="242" name="Google Shape;242;p27"/>
          <p:cNvGraphicFramePr/>
          <p:nvPr/>
        </p:nvGraphicFramePr>
        <p:xfrm>
          <a:off x="609600" y="3124200"/>
          <a:ext cx="3000000" cy="3000000"/>
        </p:xfrm>
        <a:graphic>
          <a:graphicData uri="http://schemas.openxmlformats.org/drawingml/2006/table">
            <a:tbl>
              <a:tblPr>
                <a:noFill/>
                <a:tableStyleId>{41619480-12B1-49A5-B4C6-0258D6D647B2}</a:tableStyleId>
              </a:tblPr>
              <a:tblGrid>
                <a:gridCol w="340975">
                  <a:extLst>
                    <a:ext uri="{9D8B030D-6E8A-4147-A177-3AD203B41FA5}">
                      <a16:colId xmlns:a16="http://schemas.microsoft.com/office/drawing/2014/main" val="20000"/>
                    </a:ext>
                  </a:extLst>
                </a:gridCol>
                <a:gridCol w="6755150">
                  <a:extLst>
                    <a:ext uri="{9D8B030D-6E8A-4147-A177-3AD203B41FA5}">
                      <a16:colId xmlns:a16="http://schemas.microsoft.com/office/drawing/2014/main" val="20001"/>
                    </a:ext>
                  </a:extLst>
                </a:gridCol>
              </a:tblGrid>
              <a:tr h="609600">
                <a:tc>
                  <a:txBody>
                    <a:bodyPr/>
                    <a:lstStyle/>
                    <a:p>
                      <a:pPr marL="0" marR="0" lvl="0" indent="0" algn="r" rtl="0">
                        <a:spcBef>
                          <a:spcPts val="0"/>
                        </a:spcBef>
                        <a:spcAft>
                          <a:spcPts val="0"/>
                        </a:spcAft>
                        <a:buNone/>
                      </a:pPr>
                      <a:r>
                        <a:rPr lang="en-US" sz="1800" u="none" strike="noStrike" cap="none"/>
                        <a:t>1</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284163" algn="l" rtl="0">
                        <a:spcBef>
                          <a:spcPts val="0"/>
                        </a:spcBef>
                        <a:spcAft>
                          <a:spcPts val="0"/>
                        </a:spcAft>
                        <a:buNone/>
                      </a:pPr>
                      <a:r>
                        <a:rPr lang="en-US" sz="1800" u="none" strike="noStrike" cap="none"/>
                        <a:t>Voter[] voting;</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graphicFrame>
        <p:nvGraphicFramePr>
          <p:cNvPr id="243" name="Google Shape;243;p27"/>
          <p:cNvGraphicFramePr/>
          <p:nvPr/>
        </p:nvGraphicFramePr>
        <p:xfrm>
          <a:off x="762000" y="5410200"/>
          <a:ext cx="3000000" cy="3000000"/>
        </p:xfrm>
        <a:graphic>
          <a:graphicData uri="http://schemas.openxmlformats.org/drawingml/2006/table">
            <a:tbl>
              <a:tblPr>
                <a:noFill/>
                <a:tableStyleId>{41619480-12B1-49A5-B4C6-0258D6D647B2}</a:tableStyleId>
              </a:tblPr>
              <a:tblGrid>
                <a:gridCol w="340975">
                  <a:extLst>
                    <a:ext uri="{9D8B030D-6E8A-4147-A177-3AD203B41FA5}">
                      <a16:colId xmlns:a16="http://schemas.microsoft.com/office/drawing/2014/main" val="20000"/>
                    </a:ext>
                  </a:extLst>
                </a:gridCol>
                <a:gridCol w="6755150">
                  <a:extLst>
                    <a:ext uri="{9D8B030D-6E8A-4147-A177-3AD203B41FA5}">
                      <a16:colId xmlns:a16="http://schemas.microsoft.com/office/drawing/2014/main" val="20001"/>
                    </a:ext>
                  </a:extLst>
                </a:gridCol>
              </a:tblGrid>
              <a:tr h="533400">
                <a:tc>
                  <a:txBody>
                    <a:bodyPr/>
                    <a:lstStyle/>
                    <a:p>
                      <a:pPr marL="0" marR="0" lvl="0" indent="0" algn="r" rtl="0">
                        <a:spcBef>
                          <a:spcPts val="0"/>
                        </a:spcBef>
                        <a:spcAft>
                          <a:spcPts val="0"/>
                        </a:spcAft>
                        <a:buNone/>
                      </a:pPr>
                      <a:r>
                        <a:rPr lang="en-US" sz="1800" u="none" strike="noStrike" cap="none"/>
                        <a:t>1</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173038" algn="l" rtl="0">
                        <a:spcBef>
                          <a:spcPts val="0"/>
                        </a:spcBef>
                        <a:spcAft>
                          <a:spcPts val="0"/>
                        </a:spcAft>
                        <a:buNone/>
                      </a:pPr>
                      <a:r>
                        <a:rPr lang="en-US" sz="1800" u="none" strike="noStrike" cap="none"/>
                        <a:t>Voter[] public voting;</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47"/>
        <p:cNvGrpSpPr/>
        <p:nvPr/>
      </p:nvGrpSpPr>
      <p:grpSpPr>
        <a:xfrm>
          <a:off x="0" y="0"/>
          <a:ext cx="0" cy="0"/>
          <a:chOff x="0" y="0"/>
          <a:chExt cx="0" cy="0"/>
        </a:xfrm>
      </p:grpSpPr>
      <p:sp>
        <p:nvSpPr>
          <p:cNvPr id="248" name="Google Shape;248;p28"/>
          <p:cNvSpPr/>
          <p:nvPr/>
        </p:nvSpPr>
        <p:spPr>
          <a:xfrm>
            <a:off x="228600" y="0"/>
            <a:ext cx="11887200" cy="12003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Mappings</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Mappings can be seen as hash tables which are virtually initialized such that every possible key exists and is mapped to a value whose byte-representation is all zeros: a type’s default value.</a:t>
            </a:r>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Mappings are declared as:</a:t>
            </a:r>
            <a:endParaRPr/>
          </a:p>
        </p:txBody>
      </p:sp>
      <p:graphicFrame>
        <p:nvGraphicFramePr>
          <p:cNvPr id="249" name="Google Shape;249;p28"/>
          <p:cNvGraphicFramePr/>
          <p:nvPr/>
        </p:nvGraphicFramePr>
        <p:xfrm>
          <a:off x="304800" y="1447800"/>
          <a:ext cx="3000000" cy="3000000"/>
        </p:xfrm>
        <a:graphic>
          <a:graphicData uri="http://schemas.openxmlformats.org/drawingml/2006/table">
            <a:tbl>
              <a:tblPr>
                <a:noFill/>
                <a:tableStyleId>{41619480-12B1-49A5-B4C6-0258D6D647B2}</a:tableStyleId>
              </a:tblPr>
              <a:tblGrid>
                <a:gridCol w="344175">
                  <a:extLst>
                    <a:ext uri="{9D8B030D-6E8A-4147-A177-3AD203B41FA5}">
                      <a16:colId xmlns:a16="http://schemas.microsoft.com/office/drawing/2014/main" val="20000"/>
                    </a:ext>
                  </a:extLst>
                </a:gridCol>
                <a:gridCol w="6818625">
                  <a:extLst>
                    <a:ext uri="{9D8B030D-6E8A-4147-A177-3AD203B41FA5}">
                      <a16:colId xmlns:a16="http://schemas.microsoft.com/office/drawing/2014/main" val="20001"/>
                    </a:ext>
                  </a:extLst>
                </a:gridCol>
              </a:tblGrid>
              <a:tr h="533400">
                <a:tc>
                  <a:txBody>
                    <a:bodyPr/>
                    <a:lstStyle/>
                    <a:p>
                      <a:pPr marL="0" marR="0" lvl="0" indent="0" algn="r" rtl="0">
                        <a:spcBef>
                          <a:spcPts val="0"/>
                        </a:spcBef>
                        <a:spcAft>
                          <a:spcPts val="0"/>
                        </a:spcAft>
                        <a:buNone/>
                      </a:pPr>
                      <a:r>
                        <a:rPr lang="en-US" sz="1800" u="none" strike="noStrike" cap="none"/>
                        <a:t>1</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284163" algn="l" rtl="0">
                        <a:spcBef>
                          <a:spcPts val="0"/>
                        </a:spcBef>
                        <a:spcAft>
                          <a:spcPts val="0"/>
                        </a:spcAft>
                        <a:buNone/>
                      </a:pPr>
                      <a:r>
                        <a:rPr lang="en-US" sz="1800" u="none" strike="noStrike" cap="none"/>
                        <a:t>Mapping(_Keytype =&gt; _ValueType )</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250" name="Google Shape;250;p28"/>
          <p:cNvSpPr/>
          <p:nvPr/>
        </p:nvSpPr>
        <p:spPr>
          <a:xfrm>
            <a:off x="304800" y="2209800"/>
            <a:ext cx="11734800"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Note: </a:t>
            </a:r>
            <a:r>
              <a:rPr lang="en-US" sz="1800">
                <a:solidFill>
                  <a:schemeClr val="dk1"/>
                </a:solidFill>
                <a:latin typeface="Century Schoolbook"/>
                <a:ea typeface="Century Schoolbook"/>
                <a:cs typeface="Century Schoolbook"/>
                <a:sym typeface="Century Schoolbook"/>
              </a:rPr>
              <a:t>_Keytype can be almost any type except for a dynamically sized array, a contract, an enum and a struct.</a:t>
            </a:r>
            <a:endParaRPr/>
          </a:p>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Example:</a:t>
            </a:r>
            <a:endParaRPr sz="1800">
              <a:solidFill>
                <a:schemeClr val="dk1"/>
              </a:solidFill>
              <a:latin typeface="Century Schoolbook"/>
              <a:ea typeface="Century Schoolbook"/>
              <a:cs typeface="Century Schoolbook"/>
              <a:sym typeface="Century Schoolbook"/>
            </a:endParaRPr>
          </a:p>
        </p:txBody>
      </p:sp>
      <p:graphicFrame>
        <p:nvGraphicFramePr>
          <p:cNvPr id="251" name="Google Shape;251;p28"/>
          <p:cNvGraphicFramePr/>
          <p:nvPr/>
        </p:nvGraphicFramePr>
        <p:xfrm>
          <a:off x="457200" y="3352800"/>
          <a:ext cx="3000000" cy="3000000"/>
        </p:xfrm>
        <a:graphic>
          <a:graphicData uri="http://schemas.openxmlformats.org/drawingml/2006/table">
            <a:tbl>
              <a:tblPr>
                <a:noFill/>
                <a:tableStyleId>{41619480-12B1-49A5-B4C6-0258D6D647B2}</a:tableStyleId>
              </a:tblPr>
              <a:tblGrid>
                <a:gridCol w="556450">
                  <a:extLst>
                    <a:ext uri="{9D8B030D-6E8A-4147-A177-3AD203B41FA5}">
                      <a16:colId xmlns:a16="http://schemas.microsoft.com/office/drawing/2014/main" val="20000"/>
                    </a:ext>
                  </a:extLst>
                </a:gridCol>
                <a:gridCol w="8739950">
                  <a:extLst>
                    <a:ext uri="{9D8B030D-6E8A-4147-A177-3AD203B41FA5}">
                      <a16:colId xmlns:a16="http://schemas.microsoft.com/office/drawing/2014/main" val="20001"/>
                    </a:ext>
                  </a:extLst>
                </a:gridCol>
              </a:tblGrid>
              <a:tr h="3200400">
                <a:tc>
                  <a:txBody>
                    <a:bodyPr/>
                    <a:lstStyle/>
                    <a:p>
                      <a:pPr marL="0" marR="0" lvl="0" indent="0" algn="r" rtl="0">
                        <a:spcBef>
                          <a:spcPts val="0"/>
                        </a:spcBef>
                        <a:spcAft>
                          <a:spcPts val="0"/>
                        </a:spcAft>
                        <a:buNone/>
                      </a:pPr>
                      <a:r>
                        <a:rPr lang="en-US" sz="1800" u="none" strike="noStrike" cap="none"/>
                        <a:t>1</a:t>
                      </a:r>
                      <a:endParaRPr/>
                    </a:p>
                    <a:p>
                      <a:pPr marL="0" marR="0" lvl="0" indent="0" algn="r" rtl="0">
                        <a:spcBef>
                          <a:spcPts val="0"/>
                        </a:spcBef>
                        <a:spcAft>
                          <a:spcPts val="0"/>
                        </a:spcAft>
                        <a:buNone/>
                      </a:pPr>
                      <a:r>
                        <a:rPr lang="en-US" sz="1800" u="none" strike="noStrike" cap="none"/>
                        <a:t>2</a:t>
                      </a:r>
                      <a:endParaRPr/>
                    </a:p>
                    <a:p>
                      <a:pPr marL="0" marR="0" lvl="0" indent="0" algn="r" rtl="0">
                        <a:spcBef>
                          <a:spcPts val="0"/>
                        </a:spcBef>
                        <a:spcAft>
                          <a:spcPts val="0"/>
                        </a:spcAft>
                        <a:buNone/>
                      </a:pPr>
                      <a:r>
                        <a:rPr lang="en-US" sz="1800" u="none" strike="noStrike" cap="none"/>
                        <a:t>3</a:t>
                      </a:r>
                      <a:endParaRPr/>
                    </a:p>
                    <a:p>
                      <a:pPr marL="0" marR="0" lvl="0" indent="0" algn="r" rtl="0">
                        <a:spcBef>
                          <a:spcPts val="0"/>
                        </a:spcBef>
                        <a:spcAft>
                          <a:spcPts val="0"/>
                        </a:spcAft>
                        <a:buNone/>
                      </a:pPr>
                      <a:r>
                        <a:rPr lang="en-US" sz="1800" u="none" strike="noStrike" cap="none"/>
                        <a:t>4</a:t>
                      </a:r>
                      <a:endParaRPr/>
                    </a:p>
                    <a:p>
                      <a:pPr marL="0" marR="0" lvl="0" indent="0" algn="r" rtl="0">
                        <a:spcBef>
                          <a:spcPts val="0"/>
                        </a:spcBef>
                        <a:spcAft>
                          <a:spcPts val="0"/>
                        </a:spcAft>
                        <a:buNone/>
                      </a:pPr>
                      <a:r>
                        <a:rPr lang="en-US" sz="1800" u="none" strike="noStrike" cap="none"/>
                        <a:t>5</a:t>
                      </a:r>
                      <a:endParaRPr/>
                    </a:p>
                    <a:p>
                      <a:pPr marL="0" marR="0" lvl="0" indent="0" algn="r" rtl="0">
                        <a:spcBef>
                          <a:spcPts val="0"/>
                        </a:spcBef>
                        <a:spcAft>
                          <a:spcPts val="0"/>
                        </a:spcAft>
                        <a:buNone/>
                      </a:pPr>
                      <a:r>
                        <a:rPr lang="en-US" sz="1800" u="none" strike="noStrike" cap="none"/>
                        <a:t>6</a:t>
                      </a:r>
                      <a:endParaRPr/>
                    </a:p>
                    <a:p>
                      <a:pPr marL="0" marR="0" lvl="0" indent="0" algn="r" rtl="0">
                        <a:spcBef>
                          <a:spcPts val="0"/>
                        </a:spcBef>
                        <a:spcAft>
                          <a:spcPts val="0"/>
                        </a:spcAft>
                        <a:buNone/>
                      </a:pPr>
                      <a:r>
                        <a:rPr lang="en-US" sz="1800" u="none" strike="noStrike" cap="none"/>
                        <a:t>7</a:t>
                      </a:r>
                      <a:endParaRPr/>
                    </a:p>
                    <a:p>
                      <a:pPr marL="0" marR="0" lvl="0" indent="0" algn="r" rtl="0">
                        <a:spcBef>
                          <a:spcPts val="0"/>
                        </a:spcBef>
                        <a:spcAft>
                          <a:spcPts val="0"/>
                        </a:spcAft>
                        <a:buNone/>
                      </a:pPr>
                      <a:r>
                        <a:rPr lang="en-US" sz="1800" u="none" strike="noStrike" cap="none"/>
                        <a:t>8</a:t>
                      </a:r>
                      <a:endParaRPr/>
                    </a:p>
                    <a:p>
                      <a:pPr marL="0" marR="0" lvl="0" indent="0" algn="r" rtl="0">
                        <a:spcBef>
                          <a:spcPts val="0"/>
                        </a:spcBef>
                        <a:spcAft>
                          <a:spcPts val="0"/>
                        </a:spcAft>
                        <a:buNone/>
                      </a:pPr>
                      <a:r>
                        <a:rPr lang="en-US" sz="1800" u="none" strike="noStrike" cap="none"/>
                        <a:t>9</a:t>
                      </a:r>
                      <a:endParaRPr/>
                    </a:p>
                    <a:p>
                      <a:pPr marL="0" marR="0" lvl="0" indent="0" algn="r" rtl="0">
                        <a:spcBef>
                          <a:spcPts val="0"/>
                        </a:spcBef>
                        <a:spcAft>
                          <a:spcPts val="0"/>
                        </a:spcAft>
                        <a:buNone/>
                      </a:pPr>
                      <a:r>
                        <a:rPr lang="en-US" sz="1800" u="none" strike="noStrike" cap="none"/>
                        <a:t>10</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346075" algn="l" rtl="0">
                        <a:spcBef>
                          <a:spcPts val="0"/>
                        </a:spcBef>
                        <a:spcAft>
                          <a:spcPts val="0"/>
                        </a:spcAft>
                        <a:buNone/>
                      </a:pPr>
                      <a:r>
                        <a:rPr lang="en-US" sz="1800" u="none" strike="noStrike" cap="none"/>
                        <a:t>contract MappingExample {</a:t>
                      </a:r>
                      <a:endParaRPr/>
                    </a:p>
                    <a:p>
                      <a:pPr marL="0" marR="0" lvl="0" indent="346075" algn="l" rtl="0">
                        <a:spcBef>
                          <a:spcPts val="0"/>
                        </a:spcBef>
                        <a:spcAft>
                          <a:spcPts val="0"/>
                        </a:spcAft>
                        <a:buNone/>
                      </a:pPr>
                      <a:r>
                        <a:rPr lang="en-US" sz="1800" u="none" strike="noStrike" cap="none"/>
                        <a:t>mapping(address =&gt; uint) public balances;</a:t>
                      </a:r>
                      <a:endParaRPr/>
                    </a:p>
                    <a:p>
                      <a:pPr marL="0" marR="0" lvl="0" indent="346075" algn="l" rtl="0">
                        <a:spcBef>
                          <a:spcPts val="0"/>
                        </a:spcBef>
                        <a:spcAft>
                          <a:spcPts val="0"/>
                        </a:spcAft>
                        <a:buNone/>
                      </a:pPr>
                      <a:r>
                        <a:rPr lang="en-US" sz="1800" u="none" strike="noStrike" cap="none"/>
                        <a:t>function update(uint newBalance) {</a:t>
                      </a:r>
                      <a:endParaRPr/>
                    </a:p>
                    <a:p>
                      <a:pPr marL="0" marR="0" lvl="0" indent="346075" algn="l" rtl="0">
                        <a:spcBef>
                          <a:spcPts val="0"/>
                        </a:spcBef>
                        <a:spcAft>
                          <a:spcPts val="0"/>
                        </a:spcAft>
                        <a:buNone/>
                      </a:pPr>
                      <a:r>
                        <a:rPr lang="en-US" sz="1800" u="none" strike="noStrike" cap="none"/>
                        <a:t>balances[msg.sender] = newBalance;  }}</a:t>
                      </a:r>
                      <a:endParaRPr/>
                    </a:p>
                    <a:p>
                      <a:pPr marL="0" marR="0" lvl="0" indent="346075" algn="l" rtl="0">
                        <a:spcBef>
                          <a:spcPts val="0"/>
                        </a:spcBef>
                        <a:spcAft>
                          <a:spcPts val="0"/>
                        </a:spcAft>
                        <a:buNone/>
                      </a:pPr>
                      <a:r>
                        <a:rPr lang="en-US" sz="1800" u="none" strike="noStrike" cap="none"/>
                        <a:t>contract MappingUser {</a:t>
                      </a:r>
                      <a:endParaRPr/>
                    </a:p>
                    <a:p>
                      <a:pPr marL="0" marR="0" lvl="0" indent="346075" algn="l" rtl="0">
                        <a:spcBef>
                          <a:spcPts val="0"/>
                        </a:spcBef>
                        <a:spcAft>
                          <a:spcPts val="0"/>
                        </a:spcAft>
                        <a:buNone/>
                      </a:pPr>
                      <a:r>
                        <a:rPr lang="en-US" sz="1800" u="none" strike="noStrike" cap="none"/>
                        <a:t>function f() returns (uint) {</a:t>
                      </a:r>
                      <a:endParaRPr/>
                    </a:p>
                    <a:p>
                      <a:pPr marL="0" marR="0" lvl="0" indent="346075" algn="l" rtl="0">
                        <a:spcBef>
                          <a:spcPts val="0"/>
                        </a:spcBef>
                        <a:spcAft>
                          <a:spcPts val="0"/>
                        </a:spcAft>
                        <a:buNone/>
                      </a:pPr>
                      <a:r>
                        <a:rPr lang="en-US" sz="1800" u="none" strike="noStrike" cap="none"/>
                        <a:t>MappingExample m = new MappingExample();</a:t>
                      </a:r>
                      <a:endParaRPr/>
                    </a:p>
                    <a:p>
                      <a:pPr marL="0" marR="0" lvl="0" indent="346075" algn="l" rtl="0">
                        <a:spcBef>
                          <a:spcPts val="0"/>
                        </a:spcBef>
                        <a:spcAft>
                          <a:spcPts val="0"/>
                        </a:spcAft>
                        <a:buNone/>
                      </a:pPr>
                      <a:r>
                        <a:rPr lang="en-US" sz="1800" u="none" strike="noStrike" cap="none"/>
                        <a:t>m.update(100);</a:t>
                      </a:r>
                      <a:endParaRPr/>
                    </a:p>
                    <a:p>
                      <a:pPr marL="0" marR="0" lvl="0" indent="346075" algn="l" rtl="0">
                        <a:spcBef>
                          <a:spcPts val="0"/>
                        </a:spcBef>
                        <a:spcAft>
                          <a:spcPts val="0"/>
                        </a:spcAft>
                        <a:buNone/>
                      </a:pPr>
                      <a:r>
                        <a:rPr lang="en-US" sz="1800" u="none" strike="noStrike" cap="none"/>
                        <a:t>return m.balances(this);</a:t>
                      </a:r>
                      <a:endParaRPr/>
                    </a:p>
                    <a:p>
                      <a:pPr marL="0" marR="0" lvl="0" indent="346075" algn="l" rtl="0">
                        <a:spcBef>
                          <a:spcPts val="0"/>
                        </a:spcBef>
                        <a:spcAft>
                          <a:spcPts val="0"/>
                        </a:spcAft>
                        <a:buNone/>
                      </a:pPr>
                      <a:r>
                        <a:rPr lang="en-US" sz="1800" u="none" strike="noStrike" cap="none"/>
                        <a:t>}}</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55"/>
        <p:cNvGrpSpPr/>
        <p:nvPr/>
      </p:nvGrpSpPr>
      <p:grpSpPr>
        <a:xfrm>
          <a:off x="0" y="0"/>
          <a:ext cx="0" cy="0"/>
          <a:chOff x="0" y="0"/>
          <a:chExt cx="0" cy="0"/>
        </a:xfrm>
      </p:grpSpPr>
      <p:sp>
        <p:nvSpPr>
          <p:cNvPr id="256" name="Google Shape;256;p29"/>
          <p:cNvSpPr/>
          <p:nvPr/>
        </p:nvSpPr>
        <p:spPr>
          <a:xfrm>
            <a:off x="304800" y="0"/>
            <a:ext cx="11658600" cy="178510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a:solidFill>
                  <a:schemeClr val="dk1"/>
                </a:solidFill>
                <a:latin typeface="Century Schoolbook"/>
                <a:ea typeface="Century Schoolbook"/>
                <a:cs typeface="Century Schoolbook"/>
                <a:sym typeface="Century Schoolbook"/>
              </a:rPr>
              <a:t>Control Structures</a:t>
            </a:r>
            <a:endParaRPr sz="20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Most of the control structures in JavaScript are available in Solidity except for switch and goto.</a:t>
            </a:r>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So there is</a:t>
            </a:r>
            <a:r>
              <a:rPr lang="en-US" sz="1800" b="1">
                <a:solidFill>
                  <a:schemeClr val="dk1"/>
                </a:solidFill>
                <a:latin typeface="Century Schoolbook"/>
                <a:ea typeface="Century Schoolbook"/>
                <a:cs typeface="Century Schoolbook"/>
                <a:sym typeface="Century Schoolbook"/>
              </a:rPr>
              <a:t>: if, else, while, do, for, break, continue, return, ? :</a:t>
            </a:r>
            <a:r>
              <a:rPr lang="en-US" sz="1800">
                <a:solidFill>
                  <a:schemeClr val="dk1"/>
                </a:solidFill>
                <a:latin typeface="Century Schoolbook"/>
                <a:ea typeface="Century Schoolbook"/>
                <a:cs typeface="Century Schoolbook"/>
                <a:sym typeface="Century Schoolbook"/>
              </a:rPr>
              <a:t>, with the usual semantics known from C or JavaScript.</a:t>
            </a:r>
            <a:endParaRPr sz="1800" b="1">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Note: </a:t>
            </a:r>
            <a:r>
              <a:rPr lang="en-US" sz="1800">
                <a:solidFill>
                  <a:schemeClr val="dk1"/>
                </a:solidFill>
                <a:latin typeface="Century Schoolbook"/>
                <a:ea typeface="Century Schoolbook"/>
                <a:cs typeface="Century Schoolbook"/>
                <a:sym typeface="Century Schoolbook"/>
              </a:rPr>
              <a:t>There is no type conversion from non-boolean to boolean types as there is in C and JavaScript.</a:t>
            </a:r>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Now let’s see how these Control structures are used in Solidity.</a:t>
            </a:r>
            <a:endParaRPr/>
          </a:p>
        </p:txBody>
      </p:sp>
      <p:graphicFrame>
        <p:nvGraphicFramePr>
          <p:cNvPr id="257" name="Google Shape;257;p29"/>
          <p:cNvGraphicFramePr/>
          <p:nvPr/>
        </p:nvGraphicFramePr>
        <p:xfrm>
          <a:off x="381000" y="1828800"/>
          <a:ext cx="3000000" cy="3000000"/>
        </p:xfrm>
        <a:graphic>
          <a:graphicData uri="http://schemas.openxmlformats.org/drawingml/2006/table">
            <a:tbl>
              <a:tblPr>
                <a:noFill/>
                <a:tableStyleId>{41619480-12B1-49A5-B4C6-0258D6D647B2}</a:tableStyleId>
              </a:tblPr>
              <a:tblGrid>
                <a:gridCol w="437750">
                  <a:extLst>
                    <a:ext uri="{9D8B030D-6E8A-4147-A177-3AD203B41FA5}">
                      <a16:colId xmlns:a16="http://schemas.microsoft.com/office/drawing/2014/main" val="20000"/>
                    </a:ext>
                  </a:extLst>
                </a:gridCol>
                <a:gridCol w="9468250">
                  <a:extLst>
                    <a:ext uri="{9D8B030D-6E8A-4147-A177-3AD203B41FA5}">
                      <a16:colId xmlns:a16="http://schemas.microsoft.com/office/drawing/2014/main" val="20001"/>
                    </a:ext>
                  </a:extLst>
                </a:gridCol>
              </a:tblGrid>
              <a:tr h="5156200">
                <a:tc>
                  <a:txBody>
                    <a:bodyPr/>
                    <a:lstStyle/>
                    <a:p>
                      <a:pPr marL="0" marR="0" lvl="0" indent="0" algn="r" rtl="0">
                        <a:spcBef>
                          <a:spcPts val="0"/>
                        </a:spcBef>
                        <a:spcAft>
                          <a:spcPts val="0"/>
                        </a:spcAft>
                        <a:buNone/>
                      </a:pPr>
                      <a:r>
                        <a:rPr lang="en-US" sz="1500" u="none" strike="noStrike" cap="none"/>
                        <a:t>1</a:t>
                      </a:r>
                      <a:endParaRPr/>
                    </a:p>
                    <a:p>
                      <a:pPr marL="0" marR="0" lvl="0" indent="0" algn="r" rtl="0">
                        <a:spcBef>
                          <a:spcPts val="0"/>
                        </a:spcBef>
                        <a:spcAft>
                          <a:spcPts val="0"/>
                        </a:spcAft>
                        <a:buNone/>
                      </a:pPr>
                      <a:r>
                        <a:rPr lang="en-US" sz="1500" u="none" strike="noStrike" cap="none"/>
                        <a:t>2</a:t>
                      </a:r>
                      <a:endParaRPr/>
                    </a:p>
                    <a:p>
                      <a:pPr marL="0" marR="0" lvl="0" indent="0" algn="r" rtl="0">
                        <a:spcBef>
                          <a:spcPts val="0"/>
                        </a:spcBef>
                        <a:spcAft>
                          <a:spcPts val="0"/>
                        </a:spcAft>
                        <a:buNone/>
                      </a:pPr>
                      <a:r>
                        <a:rPr lang="en-US" sz="1500" u="none" strike="noStrike" cap="none"/>
                        <a:t>3</a:t>
                      </a:r>
                      <a:endParaRPr/>
                    </a:p>
                    <a:p>
                      <a:pPr marL="0" marR="0" lvl="0" indent="0" algn="r" rtl="0">
                        <a:spcBef>
                          <a:spcPts val="0"/>
                        </a:spcBef>
                        <a:spcAft>
                          <a:spcPts val="0"/>
                        </a:spcAft>
                        <a:buNone/>
                      </a:pPr>
                      <a:r>
                        <a:rPr lang="en-US" sz="1500" u="none" strike="noStrike" cap="none"/>
                        <a:t>4</a:t>
                      </a:r>
                      <a:endParaRPr/>
                    </a:p>
                    <a:p>
                      <a:pPr marL="0" marR="0" lvl="0" indent="0" algn="r" rtl="0">
                        <a:spcBef>
                          <a:spcPts val="0"/>
                        </a:spcBef>
                        <a:spcAft>
                          <a:spcPts val="0"/>
                        </a:spcAft>
                        <a:buNone/>
                      </a:pPr>
                      <a:r>
                        <a:rPr lang="en-US" sz="1500" u="none" strike="noStrike" cap="none"/>
                        <a:t>5</a:t>
                      </a:r>
                      <a:endParaRPr/>
                    </a:p>
                    <a:p>
                      <a:pPr marL="0" marR="0" lvl="0" indent="0" algn="r" rtl="0">
                        <a:spcBef>
                          <a:spcPts val="0"/>
                        </a:spcBef>
                        <a:spcAft>
                          <a:spcPts val="0"/>
                        </a:spcAft>
                        <a:buNone/>
                      </a:pPr>
                      <a:r>
                        <a:rPr lang="en-US" sz="1500" u="none" strike="noStrike" cap="none"/>
                        <a:t>6</a:t>
                      </a:r>
                      <a:endParaRPr/>
                    </a:p>
                    <a:p>
                      <a:pPr marL="0" marR="0" lvl="0" indent="0" algn="r" rtl="0">
                        <a:spcBef>
                          <a:spcPts val="0"/>
                        </a:spcBef>
                        <a:spcAft>
                          <a:spcPts val="0"/>
                        </a:spcAft>
                        <a:buNone/>
                      </a:pPr>
                      <a:r>
                        <a:rPr lang="en-US" sz="1500" u="none" strike="noStrike" cap="none"/>
                        <a:t>7</a:t>
                      </a:r>
                      <a:endParaRPr/>
                    </a:p>
                    <a:p>
                      <a:pPr marL="0" marR="0" lvl="0" indent="0" algn="r" rtl="0">
                        <a:spcBef>
                          <a:spcPts val="0"/>
                        </a:spcBef>
                        <a:spcAft>
                          <a:spcPts val="0"/>
                        </a:spcAft>
                        <a:buNone/>
                      </a:pPr>
                      <a:r>
                        <a:rPr lang="en-US" sz="1500" u="none" strike="noStrike" cap="none"/>
                        <a:t>8</a:t>
                      </a:r>
                      <a:endParaRPr/>
                    </a:p>
                    <a:p>
                      <a:pPr marL="0" marR="0" lvl="0" indent="0" algn="r" rtl="0">
                        <a:spcBef>
                          <a:spcPts val="0"/>
                        </a:spcBef>
                        <a:spcAft>
                          <a:spcPts val="0"/>
                        </a:spcAft>
                        <a:buNone/>
                      </a:pPr>
                      <a:r>
                        <a:rPr lang="en-US" sz="1500" u="none" strike="noStrike" cap="none"/>
                        <a:t>9</a:t>
                      </a:r>
                      <a:endParaRPr/>
                    </a:p>
                    <a:p>
                      <a:pPr marL="0" marR="0" lvl="0" indent="0" algn="r" rtl="0">
                        <a:spcBef>
                          <a:spcPts val="0"/>
                        </a:spcBef>
                        <a:spcAft>
                          <a:spcPts val="0"/>
                        </a:spcAft>
                        <a:buNone/>
                      </a:pPr>
                      <a:r>
                        <a:rPr lang="en-US" sz="1500" u="none" strike="noStrike" cap="none"/>
                        <a:t>10</a:t>
                      </a:r>
                      <a:endParaRPr/>
                    </a:p>
                    <a:p>
                      <a:pPr marL="0" marR="0" lvl="0" indent="0" algn="r" rtl="0">
                        <a:spcBef>
                          <a:spcPts val="0"/>
                        </a:spcBef>
                        <a:spcAft>
                          <a:spcPts val="0"/>
                        </a:spcAft>
                        <a:buNone/>
                      </a:pPr>
                      <a:r>
                        <a:rPr lang="en-US" sz="1500" u="none" strike="noStrike" cap="none"/>
                        <a:t>11</a:t>
                      </a:r>
                      <a:endParaRPr/>
                    </a:p>
                    <a:p>
                      <a:pPr marL="0" marR="0" lvl="0" indent="0" algn="r" rtl="0">
                        <a:spcBef>
                          <a:spcPts val="0"/>
                        </a:spcBef>
                        <a:spcAft>
                          <a:spcPts val="0"/>
                        </a:spcAft>
                        <a:buNone/>
                      </a:pPr>
                      <a:r>
                        <a:rPr lang="en-US" sz="1500" u="none" strike="noStrike" cap="none"/>
                        <a:t>12</a:t>
                      </a:r>
                      <a:endParaRPr/>
                    </a:p>
                    <a:p>
                      <a:pPr marL="0" marR="0" lvl="0" indent="0" algn="r" rtl="0">
                        <a:spcBef>
                          <a:spcPts val="0"/>
                        </a:spcBef>
                        <a:spcAft>
                          <a:spcPts val="0"/>
                        </a:spcAft>
                        <a:buNone/>
                      </a:pPr>
                      <a:r>
                        <a:rPr lang="en-US" sz="1500" u="none" strike="noStrike" cap="none"/>
                        <a:t>13</a:t>
                      </a:r>
                      <a:endParaRPr/>
                    </a:p>
                    <a:p>
                      <a:pPr marL="0" marR="0" lvl="0" indent="0" algn="r" rtl="0">
                        <a:spcBef>
                          <a:spcPts val="0"/>
                        </a:spcBef>
                        <a:spcAft>
                          <a:spcPts val="0"/>
                        </a:spcAft>
                        <a:buNone/>
                      </a:pPr>
                      <a:r>
                        <a:rPr lang="en-US" sz="1500" u="none" strike="noStrike" cap="none"/>
                        <a:t>14</a:t>
                      </a:r>
                      <a:endParaRPr/>
                    </a:p>
                    <a:p>
                      <a:pPr marL="0" marR="0" lvl="0" indent="0" algn="r" rtl="0">
                        <a:spcBef>
                          <a:spcPts val="0"/>
                        </a:spcBef>
                        <a:spcAft>
                          <a:spcPts val="0"/>
                        </a:spcAft>
                        <a:buNone/>
                      </a:pPr>
                      <a:r>
                        <a:rPr lang="en-US" sz="1500" u="none" strike="noStrike" cap="none"/>
                        <a:t>15</a:t>
                      </a:r>
                      <a:endParaRPr/>
                    </a:p>
                    <a:p>
                      <a:pPr marL="0" marR="0" lvl="0" indent="0" algn="r" rtl="0">
                        <a:spcBef>
                          <a:spcPts val="0"/>
                        </a:spcBef>
                        <a:spcAft>
                          <a:spcPts val="0"/>
                        </a:spcAft>
                        <a:buNone/>
                      </a:pPr>
                      <a:r>
                        <a:rPr lang="en-US" sz="1500" u="none" strike="noStrike" cap="none"/>
                        <a:t>16</a:t>
                      </a:r>
                      <a:endParaRPr/>
                    </a:p>
                    <a:p>
                      <a:pPr marL="0" marR="0" lvl="0" indent="0" algn="r" rtl="0">
                        <a:spcBef>
                          <a:spcPts val="0"/>
                        </a:spcBef>
                        <a:spcAft>
                          <a:spcPts val="0"/>
                        </a:spcAft>
                        <a:buNone/>
                      </a:pPr>
                      <a:r>
                        <a:rPr lang="en-US" sz="1500" u="none" strike="noStrike" cap="none"/>
                        <a:t>17</a:t>
                      </a:r>
                      <a:endParaRPr/>
                    </a:p>
                    <a:p>
                      <a:pPr marL="0" marR="0" lvl="0" indent="0" algn="r" rtl="0">
                        <a:spcBef>
                          <a:spcPts val="0"/>
                        </a:spcBef>
                        <a:spcAft>
                          <a:spcPts val="0"/>
                        </a:spcAft>
                        <a:buNone/>
                      </a:pPr>
                      <a:r>
                        <a:rPr lang="en-US" sz="1500" u="none" strike="noStrike" cap="none"/>
                        <a:t>18</a:t>
                      </a:r>
                      <a:endParaRPr/>
                    </a:p>
                    <a:p>
                      <a:pPr marL="0" marR="0" lvl="0" indent="0" algn="r" rtl="0">
                        <a:spcBef>
                          <a:spcPts val="0"/>
                        </a:spcBef>
                        <a:spcAft>
                          <a:spcPts val="0"/>
                        </a:spcAft>
                        <a:buNone/>
                      </a:pPr>
                      <a:r>
                        <a:rPr lang="en-US" sz="1500" u="none" strike="noStrike" cap="none"/>
                        <a:t>19</a:t>
                      </a:r>
                      <a:endParaRPr/>
                    </a:p>
                    <a:p>
                      <a:pPr marL="0" marR="0" lvl="0" indent="0" algn="r" rtl="0">
                        <a:spcBef>
                          <a:spcPts val="0"/>
                        </a:spcBef>
                        <a:spcAft>
                          <a:spcPts val="0"/>
                        </a:spcAft>
                        <a:buNone/>
                      </a:pPr>
                      <a:r>
                        <a:rPr lang="en-US" sz="1500" u="none" strike="noStrike" cap="none"/>
                        <a:t>20</a:t>
                      </a:r>
                      <a:endParaRPr/>
                    </a:p>
                    <a:p>
                      <a:pPr marL="0" marR="0" lvl="0" indent="0" algn="r" rtl="0">
                        <a:spcBef>
                          <a:spcPts val="0"/>
                        </a:spcBef>
                        <a:spcAft>
                          <a:spcPts val="0"/>
                        </a:spcAft>
                        <a:buNone/>
                      </a:pPr>
                      <a:r>
                        <a:rPr lang="en-US" sz="1500" u="none" strike="noStrike" cap="none"/>
                        <a:t>21</a:t>
                      </a:r>
                      <a:endParaRPr/>
                    </a:p>
                    <a:p>
                      <a:pPr marL="0" marR="0" lvl="0" indent="0" algn="r" rtl="0">
                        <a:spcBef>
                          <a:spcPts val="0"/>
                        </a:spcBef>
                        <a:spcAft>
                          <a:spcPts val="0"/>
                        </a:spcAft>
                        <a:buNone/>
                      </a:pPr>
                      <a:r>
                        <a:rPr lang="en-US" sz="1500" u="none" strike="noStrike" cap="none"/>
                        <a:t>22</a:t>
                      </a:r>
                      <a:endParaRPr/>
                    </a:p>
                    <a:p>
                      <a:pPr marL="0" marR="0" lvl="0" indent="0" algn="r" rtl="0">
                        <a:spcBef>
                          <a:spcPts val="0"/>
                        </a:spcBef>
                        <a:spcAft>
                          <a:spcPts val="0"/>
                        </a:spcAft>
                        <a:buNone/>
                      </a:pPr>
                      <a:r>
                        <a:rPr lang="en-US" sz="1500" u="none" strike="noStrike" cap="none"/>
                        <a:t>23</a:t>
                      </a:r>
                      <a:endParaRPr/>
                    </a:p>
                    <a:p>
                      <a:pPr marL="0" marR="0" lvl="0" indent="0" algn="r" rtl="0">
                        <a:spcBef>
                          <a:spcPts val="0"/>
                        </a:spcBef>
                        <a:spcAft>
                          <a:spcPts val="0"/>
                        </a:spcAft>
                        <a:buNone/>
                      </a:pPr>
                      <a:r>
                        <a:rPr lang="en-US" sz="1500" u="none" strike="noStrike" cap="none"/>
                        <a:t>24</a:t>
                      </a:r>
                      <a:endParaRPr sz="15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346075" algn="l" rtl="0">
                        <a:spcBef>
                          <a:spcPts val="0"/>
                        </a:spcBef>
                        <a:spcAft>
                          <a:spcPts val="0"/>
                        </a:spcAft>
                        <a:buNone/>
                      </a:pPr>
                      <a:r>
                        <a:rPr lang="en-US" sz="1500" u="none" strike="noStrike" cap="none"/>
                        <a:t>contract ControlStructure {</a:t>
                      </a:r>
                      <a:endParaRPr/>
                    </a:p>
                    <a:p>
                      <a:pPr marL="0" marR="0" lvl="0" indent="346075" algn="l" rtl="0">
                        <a:spcBef>
                          <a:spcPts val="0"/>
                        </a:spcBef>
                        <a:spcAft>
                          <a:spcPts val="0"/>
                        </a:spcAft>
                        <a:buNone/>
                      </a:pPr>
                      <a:r>
                        <a:rPr lang="en-US" sz="1500" u="none" strike="noStrike" cap="none"/>
                        <a:t>address public a;</a:t>
                      </a:r>
                      <a:endParaRPr/>
                    </a:p>
                    <a:p>
                      <a:pPr marL="0" marR="0" lvl="0" indent="346075" algn="l" rtl="0">
                        <a:spcBef>
                          <a:spcPts val="0"/>
                        </a:spcBef>
                        <a:spcAft>
                          <a:spcPts val="0"/>
                        </a:spcAft>
                        <a:buNone/>
                      </a:pPr>
                      <a:r>
                        <a:rPr lang="en-US" sz="1500" u="none" strike="noStrike" cap="none"/>
                        <a:t>function ControlStructure&gt;){</a:t>
                      </a:r>
                      <a:endParaRPr/>
                    </a:p>
                    <a:p>
                      <a:pPr marL="0" marR="0" lvl="0" indent="346075" algn="l" rtl="0">
                        <a:spcBef>
                          <a:spcPts val="0"/>
                        </a:spcBef>
                        <a:spcAft>
                          <a:spcPts val="0"/>
                        </a:spcAft>
                        <a:buNone/>
                      </a:pPr>
                      <a:r>
                        <a:rPr lang="en-US" sz="1500" u="none" strike="noStrike" cap="none"/>
                        <a:t>// if-else can be used like this</a:t>
                      </a:r>
                      <a:endParaRPr/>
                    </a:p>
                    <a:p>
                      <a:pPr marL="0" marR="0" lvl="0" indent="346075" algn="l" rtl="0">
                        <a:spcBef>
                          <a:spcPts val="0"/>
                        </a:spcBef>
                        <a:spcAft>
                          <a:spcPts val="0"/>
                        </a:spcAft>
                        <a:buNone/>
                      </a:pPr>
                      <a:r>
                        <a:rPr lang="en-US" sz="1500" u="none" strike="noStrike" cap="none"/>
                        <a:t>if(input1==2)</a:t>
                      </a:r>
                      <a:endParaRPr/>
                    </a:p>
                    <a:p>
                      <a:pPr marL="0" marR="0" lvl="0" indent="346075" algn="l" rtl="0">
                        <a:spcBef>
                          <a:spcPts val="0"/>
                        </a:spcBef>
                        <a:spcAft>
                          <a:spcPts val="0"/>
                        </a:spcAft>
                        <a:buNone/>
                      </a:pPr>
                      <a:r>
                        <a:rPr lang="en-US" sz="1500" u="none" strike="noStrike" cap="none"/>
                        <a:t>a=1;</a:t>
                      </a:r>
                      <a:endParaRPr/>
                    </a:p>
                    <a:p>
                      <a:pPr marL="0" marR="0" lvl="0" indent="346075" algn="l" rtl="0">
                        <a:spcBef>
                          <a:spcPts val="0"/>
                        </a:spcBef>
                        <a:spcAft>
                          <a:spcPts val="0"/>
                        </a:spcAft>
                        <a:buNone/>
                      </a:pPr>
                      <a:r>
                        <a:rPr lang="en-US" sz="1500" u="none" strike="noStrike" cap="none"/>
                        <a:t>else</a:t>
                      </a:r>
                      <a:endParaRPr/>
                    </a:p>
                    <a:p>
                      <a:pPr marL="0" marR="0" lvl="0" indent="346075" algn="l" rtl="0">
                        <a:spcBef>
                          <a:spcPts val="0"/>
                        </a:spcBef>
                        <a:spcAft>
                          <a:spcPts val="0"/>
                        </a:spcAft>
                        <a:buNone/>
                      </a:pPr>
                      <a:r>
                        <a:rPr lang="en-US" sz="1500" u="none" strike="noStrike" cap="none"/>
                        <a:t>a=0;</a:t>
                      </a:r>
                      <a:endParaRPr/>
                    </a:p>
                    <a:p>
                      <a:pPr marL="0" marR="0" lvl="0" indent="346075" algn="l" rtl="0">
                        <a:spcBef>
                          <a:spcPts val="0"/>
                        </a:spcBef>
                        <a:spcAft>
                          <a:spcPts val="0"/>
                        </a:spcAft>
                        <a:buNone/>
                      </a:pPr>
                      <a:r>
                        <a:rPr lang="en-US" sz="1500" u="none" strike="noStrike" cap="none"/>
                        <a:t>// while can be used like this</a:t>
                      </a:r>
                      <a:endParaRPr/>
                    </a:p>
                    <a:p>
                      <a:pPr marL="0" marR="0" lvl="0" indent="346075" algn="l" rtl="0">
                        <a:spcBef>
                          <a:spcPts val="0"/>
                        </a:spcBef>
                        <a:spcAft>
                          <a:spcPts val="0"/>
                        </a:spcAft>
                        <a:buNone/>
                      </a:pPr>
                      <a:r>
                        <a:rPr lang="en-US" sz="1500" u="none" strike="noStrike" cap="none"/>
                        <a:t>while(input1&gt;=0){</a:t>
                      </a:r>
                      <a:endParaRPr/>
                    </a:p>
                    <a:p>
                      <a:pPr marL="0" marR="0" lvl="0" indent="346075" algn="l" rtl="0">
                        <a:spcBef>
                          <a:spcPts val="0"/>
                        </a:spcBef>
                        <a:spcAft>
                          <a:spcPts val="0"/>
                        </a:spcAft>
                        <a:buNone/>
                      </a:pPr>
                      <a:r>
                        <a:rPr lang="en-US" sz="1500" u="none" strike="noStrike" cap="none"/>
                        <a:t>if(input1==5)</a:t>
                      </a:r>
                      <a:endParaRPr/>
                    </a:p>
                    <a:p>
                      <a:pPr marL="0" marR="0" lvl="0" indent="346075" algn="l" rtl="0">
                        <a:spcBef>
                          <a:spcPts val="0"/>
                        </a:spcBef>
                        <a:spcAft>
                          <a:spcPts val="0"/>
                        </a:spcAft>
                        <a:buNone/>
                      </a:pPr>
                      <a:r>
                        <a:rPr lang="en-US" sz="1500" u="none" strike="noStrike" cap="none"/>
                        <a:t>continue;</a:t>
                      </a:r>
                      <a:endParaRPr/>
                    </a:p>
                    <a:p>
                      <a:pPr marL="0" marR="0" lvl="0" indent="346075" algn="l" rtl="0">
                        <a:spcBef>
                          <a:spcPts val="0"/>
                        </a:spcBef>
                        <a:spcAft>
                          <a:spcPts val="0"/>
                        </a:spcAft>
                        <a:buNone/>
                      </a:pPr>
                      <a:r>
                        <a:rPr lang="en-US" sz="1500" u="none" strike="noStrike" cap="none"/>
                        <a:t>input1=input1-1;</a:t>
                      </a:r>
                      <a:endParaRPr/>
                    </a:p>
                    <a:p>
                      <a:pPr marL="0" marR="0" lvl="0" indent="346075" algn="l" rtl="0">
                        <a:spcBef>
                          <a:spcPts val="0"/>
                        </a:spcBef>
                        <a:spcAft>
                          <a:spcPts val="0"/>
                        </a:spcAft>
                        <a:buNone/>
                      </a:pPr>
                      <a:r>
                        <a:rPr lang="en-US" sz="1500" u="none" strike="noStrike" cap="none"/>
                        <a:t>a++;}</a:t>
                      </a:r>
                      <a:endParaRPr/>
                    </a:p>
                    <a:p>
                      <a:pPr marL="0" marR="0" lvl="0" indent="346075" algn="l" rtl="0">
                        <a:spcBef>
                          <a:spcPts val="0"/>
                        </a:spcBef>
                        <a:spcAft>
                          <a:spcPts val="0"/>
                        </a:spcAft>
                        <a:buNone/>
                      </a:pPr>
                      <a:r>
                        <a:rPr lang="en-US" sz="1500" u="none" strike="noStrike" cap="none"/>
                        <a:t>// for loop can be used like this</a:t>
                      </a:r>
                      <a:endParaRPr/>
                    </a:p>
                    <a:p>
                      <a:pPr marL="0" marR="0" lvl="0" indent="346075" algn="l" rtl="0">
                        <a:spcBef>
                          <a:spcPts val="0"/>
                        </a:spcBef>
                        <a:spcAft>
                          <a:spcPts val="0"/>
                        </a:spcAft>
                        <a:buNone/>
                      </a:pPr>
                      <a:r>
                        <a:rPr lang="en-US" sz="1500" u="none" strike="noStrike" cap="none"/>
                        <a:t>for(uint i=0;i&lt;=50;i++) { a++; if(a==4) break; } //do while can be used like this do { a--; } (while a&gt;0);</a:t>
                      </a:r>
                      <a:endParaRPr/>
                    </a:p>
                    <a:p>
                      <a:pPr marL="0" marR="0" lvl="0" indent="346075" algn="l" rtl="0">
                        <a:spcBef>
                          <a:spcPts val="0"/>
                        </a:spcBef>
                        <a:spcAft>
                          <a:spcPts val="0"/>
                        </a:spcAft>
                        <a:buNone/>
                      </a:pPr>
                      <a:r>
                        <a:rPr lang="en-US" sz="1500" u="none" strike="noStrike" cap="none"/>
                        <a:t>// Conditional Operator can be used like this</a:t>
                      </a:r>
                      <a:endParaRPr/>
                    </a:p>
                    <a:p>
                      <a:pPr marL="0" marR="0" lvl="0" indent="346075" algn="l" rtl="0">
                        <a:spcBef>
                          <a:spcPts val="0"/>
                        </a:spcBef>
                        <a:spcAft>
                          <a:spcPts val="0"/>
                        </a:spcAft>
                        <a:buNone/>
                      </a:pPr>
                      <a:r>
                        <a:rPr lang="en-US" sz="1500" u="none" strike="noStrike" cap="none"/>
                        <a:t>bool IsTrue = (a == 1)?true: false;</a:t>
                      </a:r>
                      <a:endParaRPr/>
                    </a:p>
                    <a:p>
                      <a:pPr marL="0" marR="0" lvl="0" indent="346075" algn="l" rtl="0">
                        <a:spcBef>
                          <a:spcPts val="0"/>
                        </a:spcBef>
                        <a:spcAft>
                          <a:spcPts val="0"/>
                        </a:spcAft>
                        <a:buNone/>
                      </a:pPr>
                      <a:r>
                        <a:rPr lang="en-US" sz="1500" u="none" strike="noStrike" cap="none"/>
                        <a:t>/*will show an error because</a:t>
                      </a:r>
                      <a:endParaRPr/>
                    </a:p>
                    <a:p>
                      <a:pPr marL="0" marR="0" lvl="0" indent="346075" algn="l" rtl="0">
                        <a:spcBef>
                          <a:spcPts val="0"/>
                        </a:spcBef>
                        <a:spcAft>
                          <a:spcPts val="0"/>
                        </a:spcAft>
                        <a:buNone/>
                      </a:pPr>
                      <a:r>
                        <a:rPr lang="en-US" sz="1500" u="none" strike="noStrike" cap="none"/>
                        <a:t>there is no type conversion from non-boolean to boolean</a:t>
                      </a:r>
                      <a:endParaRPr sz="1500" u="none" strike="noStrike" cap="none"/>
                    </a:p>
                    <a:p>
                      <a:pPr marL="0" marR="0" lvl="0" indent="346075" algn="l" rtl="0">
                        <a:spcBef>
                          <a:spcPts val="0"/>
                        </a:spcBef>
                        <a:spcAft>
                          <a:spcPts val="0"/>
                        </a:spcAft>
                        <a:buNone/>
                      </a:pPr>
                      <a:r>
                        <a:rPr lang="en-US" sz="1500" u="none" strike="noStrike" cap="none"/>
                        <a:t>*/</a:t>
                      </a:r>
                      <a:endParaRPr/>
                    </a:p>
                    <a:p>
                      <a:pPr marL="0" marR="0" lvl="0" indent="346075" algn="l" rtl="0">
                        <a:spcBef>
                          <a:spcPts val="0"/>
                        </a:spcBef>
                        <a:spcAft>
                          <a:spcPts val="0"/>
                        </a:spcAft>
                        <a:buNone/>
                      </a:pPr>
                      <a:r>
                        <a:rPr lang="en-US" sz="1500" u="none" strike="noStrike" cap="none"/>
                        <a:t>if(1)</a:t>
                      </a:r>
                      <a:endParaRPr/>
                    </a:p>
                    <a:p>
                      <a:pPr marL="0" marR="0" lvl="0" indent="346075" algn="l" rtl="0">
                        <a:spcBef>
                          <a:spcPts val="0"/>
                        </a:spcBef>
                        <a:spcAft>
                          <a:spcPts val="0"/>
                        </a:spcAft>
                        <a:buNone/>
                      </a:pPr>
                      <a:r>
                        <a:rPr lang="en-US" sz="1500" u="none" strike="noStrike" cap="none"/>
                        <a:t>{</a:t>
                      </a:r>
                      <a:endParaRPr/>
                    </a:p>
                    <a:p>
                      <a:pPr marL="0" marR="0" lvl="0" indent="346075" algn="l" rtl="0">
                        <a:spcBef>
                          <a:spcPts val="0"/>
                        </a:spcBef>
                        <a:spcAft>
                          <a:spcPts val="0"/>
                        </a:spcAft>
                        <a:buNone/>
                      </a:pPr>
                      <a:r>
                        <a:rPr lang="en-US" sz="1500" u="none" strike="noStrike" cap="none"/>
                        <a:t>}</a:t>
                      </a:r>
                      <a:endParaRPr sz="15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61"/>
        <p:cNvGrpSpPr/>
        <p:nvPr/>
      </p:nvGrpSpPr>
      <p:grpSpPr>
        <a:xfrm>
          <a:off x="0" y="0"/>
          <a:ext cx="0" cy="0"/>
          <a:chOff x="0" y="0"/>
          <a:chExt cx="0" cy="0"/>
        </a:xfrm>
      </p:grpSpPr>
      <p:sp>
        <p:nvSpPr>
          <p:cNvPr id="262" name="Google Shape;262;p30"/>
          <p:cNvSpPr/>
          <p:nvPr/>
        </p:nvSpPr>
        <p:spPr>
          <a:xfrm>
            <a:off x="381000" y="0"/>
            <a:ext cx="11582400" cy="12003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Moving on with our Solidity tutorial blog, let’s talk about the executable units of code within a Contract. These are called </a:t>
            </a:r>
            <a:r>
              <a:rPr lang="en-US" sz="1800" i="1">
                <a:solidFill>
                  <a:schemeClr val="dk1"/>
                </a:solidFill>
                <a:latin typeface="Century Schoolbook"/>
                <a:ea typeface="Century Schoolbook"/>
                <a:cs typeface="Century Schoolbook"/>
                <a:sym typeface="Century Schoolbook"/>
              </a:rPr>
              <a:t>functions.</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Functions</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Here is how a function is declared in Solidity.</a:t>
            </a:r>
            <a:endParaRPr/>
          </a:p>
        </p:txBody>
      </p:sp>
      <p:graphicFrame>
        <p:nvGraphicFramePr>
          <p:cNvPr id="263" name="Google Shape;263;p30"/>
          <p:cNvGraphicFramePr/>
          <p:nvPr/>
        </p:nvGraphicFramePr>
        <p:xfrm>
          <a:off x="533400" y="1295400"/>
          <a:ext cx="3000000" cy="3000000"/>
        </p:xfrm>
        <a:graphic>
          <a:graphicData uri="http://schemas.openxmlformats.org/drawingml/2006/table">
            <a:tbl>
              <a:tblPr>
                <a:noFill/>
                <a:tableStyleId>{41619480-12B1-49A5-B4C6-0258D6D647B2}</a:tableStyleId>
              </a:tblPr>
              <a:tblGrid>
                <a:gridCol w="527250">
                  <a:extLst>
                    <a:ext uri="{9D8B030D-6E8A-4147-A177-3AD203B41FA5}">
                      <a16:colId xmlns:a16="http://schemas.microsoft.com/office/drawing/2014/main" val="20000"/>
                    </a:ext>
                  </a:extLst>
                </a:gridCol>
                <a:gridCol w="10445550">
                  <a:extLst>
                    <a:ext uri="{9D8B030D-6E8A-4147-A177-3AD203B41FA5}">
                      <a16:colId xmlns:a16="http://schemas.microsoft.com/office/drawing/2014/main" val="20001"/>
                    </a:ext>
                  </a:extLst>
                </a:gridCol>
              </a:tblGrid>
              <a:tr h="228600">
                <a:tc>
                  <a:txBody>
                    <a:bodyPr/>
                    <a:lstStyle/>
                    <a:p>
                      <a:pPr marL="0" marR="0" lvl="0" indent="0" algn="r" rtl="0">
                        <a:spcBef>
                          <a:spcPts val="0"/>
                        </a:spcBef>
                        <a:spcAft>
                          <a:spcPts val="0"/>
                        </a:spcAft>
                        <a:buNone/>
                      </a:pPr>
                      <a:r>
                        <a:rPr lang="en-US" sz="1800" u="none" strike="noStrike" cap="none"/>
                        <a:t>1</a:t>
                      </a:r>
                      <a:endParaRPr/>
                    </a:p>
                    <a:p>
                      <a:pPr marL="0" marR="0" lvl="0" indent="0" algn="r" rtl="0">
                        <a:spcBef>
                          <a:spcPts val="0"/>
                        </a:spcBef>
                        <a:spcAft>
                          <a:spcPts val="0"/>
                        </a:spcAft>
                        <a:buNone/>
                      </a:pPr>
                      <a:r>
                        <a:rPr lang="en-US" sz="1800" u="none" strike="noStrike" cap="none"/>
                        <a:t>2</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346075" algn="l" rtl="0">
                        <a:spcBef>
                          <a:spcPts val="0"/>
                        </a:spcBef>
                        <a:spcAft>
                          <a:spcPts val="0"/>
                        </a:spcAft>
                        <a:buNone/>
                      </a:pPr>
                      <a:r>
                        <a:rPr lang="en-US" sz="1800" u="none" strike="noStrike" cap="none"/>
                        <a:t>function sampleFunc(string name, uint amount) {</a:t>
                      </a:r>
                      <a:endParaRPr/>
                    </a:p>
                    <a:p>
                      <a:pPr marL="0" marR="0" lvl="0" indent="346075" algn="l" rtl="0">
                        <a:spcBef>
                          <a:spcPts val="0"/>
                        </a:spcBef>
                        <a:spcAft>
                          <a:spcPts val="0"/>
                        </a:spcAft>
                        <a:buNone/>
                      </a:pPr>
                      <a:r>
                        <a:rPr lang="en-US" sz="1800" u="none" strike="noStrike" cap="none"/>
                        <a:t>}</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264" name="Google Shape;264;p30"/>
          <p:cNvSpPr/>
          <p:nvPr/>
        </p:nvSpPr>
        <p:spPr>
          <a:xfrm>
            <a:off x="609600" y="2133600"/>
            <a:ext cx="109728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The above-declared is an empty body function which takes two parameters: a string and a uint.</a:t>
            </a:r>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You would call this function like:</a:t>
            </a:r>
            <a:endParaRPr/>
          </a:p>
        </p:txBody>
      </p:sp>
      <p:graphicFrame>
        <p:nvGraphicFramePr>
          <p:cNvPr id="265" name="Google Shape;265;p30"/>
          <p:cNvGraphicFramePr/>
          <p:nvPr/>
        </p:nvGraphicFramePr>
        <p:xfrm>
          <a:off x="685800" y="2895600"/>
          <a:ext cx="3000000" cy="3000000"/>
        </p:xfrm>
        <a:graphic>
          <a:graphicData uri="http://schemas.openxmlformats.org/drawingml/2006/table">
            <a:tbl>
              <a:tblPr>
                <a:noFill/>
                <a:tableStyleId>{41619480-12B1-49A5-B4C6-0258D6D647B2}</a:tableStyleId>
              </a:tblPr>
              <a:tblGrid>
                <a:gridCol w="519925">
                  <a:extLst>
                    <a:ext uri="{9D8B030D-6E8A-4147-A177-3AD203B41FA5}">
                      <a16:colId xmlns:a16="http://schemas.microsoft.com/office/drawing/2014/main" val="20000"/>
                    </a:ext>
                  </a:extLst>
                </a:gridCol>
                <a:gridCol w="10300475">
                  <a:extLst>
                    <a:ext uri="{9D8B030D-6E8A-4147-A177-3AD203B41FA5}">
                      <a16:colId xmlns:a16="http://schemas.microsoft.com/office/drawing/2014/main" val="20001"/>
                    </a:ext>
                  </a:extLst>
                </a:gridCol>
              </a:tblGrid>
              <a:tr h="533400">
                <a:tc>
                  <a:txBody>
                    <a:bodyPr/>
                    <a:lstStyle/>
                    <a:p>
                      <a:pPr marL="0" marR="0" lvl="0" indent="0" algn="r" rtl="0">
                        <a:spcBef>
                          <a:spcPts val="0"/>
                        </a:spcBef>
                        <a:spcAft>
                          <a:spcPts val="0"/>
                        </a:spcAft>
                        <a:buNone/>
                      </a:pPr>
                      <a:r>
                        <a:rPr lang="en-US" sz="1800" u="none" strike="noStrike" cap="none"/>
                        <a:t>1</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173038" algn="l" rtl="0">
                        <a:spcBef>
                          <a:spcPts val="0"/>
                        </a:spcBef>
                        <a:spcAft>
                          <a:spcPts val="0"/>
                        </a:spcAft>
                        <a:buNone/>
                      </a:pPr>
                      <a:r>
                        <a:rPr lang="en-US" sz="1800" u="none" strike="noStrike" cap="none"/>
                        <a:t>sampleFunc("Shashank", 10000);</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266" name="Google Shape;266;p30"/>
          <p:cNvSpPr/>
          <p:nvPr/>
        </p:nvSpPr>
        <p:spPr>
          <a:xfrm>
            <a:off x="685800" y="3733800"/>
            <a:ext cx="10591800" cy="258532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Talking about functions, Solidity also provides </a:t>
            </a:r>
            <a:r>
              <a:rPr lang="en-US" sz="1800" b="1">
                <a:solidFill>
                  <a:schemeClr val="dk1"/>
                </a:solidFill>
                <a:latin typeface="Century Schoolbook"/>
                <a:ea typeface="Century Schoolbook"/>
                <a:cs typeface="Century Schoolbook"/>
                <a:sym typeface="Century Schoolbook"/>
              </a:rPr>
              <a:t>function modifiers.</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endParaRPr sz="1800" b="1">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endParaRPr sz="1800" b="1">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Function Modifiers</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It is used to easily change the behavior of the functions. These conditions can be checked before even making the function calls because they have been declared in the function definitions in the smart contracts.</a:t>
            </a:r>
            <a:endParaRPr/>
          </a:p>
          <a:p>
            <a:pPr marL="0" marR="0" lvl="0" indent="0" algn="l" rtl="0">
              <a:spcBef>
                <a:spcPts val="0"/>
              </a:spcBef>
              <a:spcAft>
                <a:spcPts val="0"/>
              </a:spcAft>
              <a:buNone/>
            </a:pPr>
            <a:br>
              <a:rPr lang="en-US" sz="1800">
                <a:solidFill>
                  <a:schemeClr val="dk1"/>
                </a:solidFill>
                <a:latin typeface="Century Schoolbook"/>
                <a:ea typeface="Century Schoolbook"/>
                <a:cs typeface="Century Schoolbook"/>
                <a:sym typeface="Century Schoolbook"/>
              </a:rPr>
            </a:br>
            <a:endParaRPr sz="18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70"/>
        <p:cNvGrpSpPr/>
        <p:nvPr/>
      </p:nvGrpSpPr>
      <p:grpSpPr>
        <a:xfrm>
          <a:off x="0" y="0"/>
          <a:ext cx="0" cy="0"/>
          <a:chOff x="0" y="0"/>
          <a:chExt cx="0" cy="0"/>
        </a:xfrm>
      </p:grpSpPr>
      <p:sp>
        <p:nvSpPr>
          <p:cNvPr id="271" name="Google Shape;271;p31"/>
          <p:cNvSpPr/>
          <p:nvPr/>
        </p:nvSpPr>
        <p:spPr>
          <a:xfrm>
            <a:off x="304800" y="0"/>
            <a:ext cx="1181100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Example: </a:t>
            </a:r>
            <a:r>
              <a:rPr lang="en-US" sz="1800">
                <a:solidFill>
                  <a:schemeClr val="dk1"/>
                </a:solidFill>
                <a:latin typeface="Century Schoolbook"/>
                <a:ea typeface="Century Schoolbook"/>
                <a:cs typeface="Century Schoolbook"/>
                <a:sym typeface="Century Schoolbook"/>
              </a:rPr>
              <a:t>If you want to call a kill contract function through only the owner or creator of the function.</a:t>
            </a:r>
            <a:endParaRPr/>
          </a:p>
        </p:txBody>
      </p:sp>
      <p:graphicFrame>
        <p:nvGraphicFramePr>
          <p:cNvPr id="272" name="Google Shape;272;p31"/>
          <p:cNvGraphicFramePr/>
          <p:nvPr/>
        </p:nvGraphicFramePr>
        <p:xfrm>
          <a:off x="381000" y="533400"/>
          <a:ext cx="3000000" cy="3000000"/>
        </p:xfrm>
        <a:graphic>
          <a:graphicData uri="http://schemas.openxmlformats.org/drawingml/2006/table">
            <a:tbl>
              <a:tblPr>
                <a:noFill/>
                <a:tableStyleId>{41619480-12B1-49A5-B4C6-0258D6D647B2}</a:tableStyleId>
              </a:tblPr>
              <a:tblGrid>
                <a:gridCol w="609600">
                  <a:extLst>
                    <a:ext uri="{9D8B030D-6E8A-4147-A177-3AD203B41FA5}">
                      <a16:colId xmlns:a16="http://schemas.microsoft.com/office/drawing/2014/main" val="20000"/>
                    </a:ext>
                  </a:extLst>
                </a:gridCol>
                <a:gridCol w="10820400">
                  <a:extLst>
                    <a:ext uri="{9D8B030D-6E8A-4147-A177-3AD203B41FA5}">
                      <a16:colId xmlns:a16="http://schemas.microsoft.com/office/drawing/2014/main" val="20001"/>
                    </a:ext>
                  </a:extLst>
                </a:gridCol>
              </a:tblGrid>
              <a:tr h="3276600">
                <a:tc>
                  <a:txBody>
                    <a:bodyPr/>
                    <a:lstStyle/>
                    <a:p>
                      <a:pPr marL="0" marR="0" lvl="0" indent="0" algn="r" rtl="0">
                        <a:spcBef>
                          <a:spcPts val="0"/>
                        </a:spcBef>
                        <a:spcAft>
                          <a:spcPts val="0"/>
                        </a:spcAft>
                        <a:buNone/>
                      </a:pPr>
                      <a:r>
                        <a:rPr lang="en-US" sz="1800" u="none" strike="noStrike" cap="none"/>
                        <a:t>1</a:t>
                      </a:r>
                      <a:endParaRPr/>
                    </a:p>
                    <a:p>
                      <a:pPr marL="0" marR="0" lvl="0" indent="0" algn="r" rtl="0">
                        <a:spcBef>
                          <a:spcPts val="0"/>
                        </a:spcBef>
                        <a:spcAft>
                          <a:spcPts val="0"/>
                        </a:spcAft>
                        <a:buNone/>
                      </a:pPr>
                      <a:r>
                        <a:rPr lang="en-US" sz="1800" u="none" strike="noStrike" cap="none"/>
                        <a:t>2</a:t>
                      </a:r>
                      <a:endParaRPr/>
                    </a:p>
                    <a:p>
                      <a:pPr marL="0" marR="0" lvl="0" indent="0" algn="r" rtl="0">
                        <a:spcBef>
                          <a:spcPts val="0"/>
                        </a:spcBef>
                        <a:spcAft>
                          <a:spcPts val="0"/>
                        </a:spcAft>
                        <a:buNone/>
                      </a:pPr>
                      <a:r>
                        <a:rPr lang="en-US" sz="1800" u="none" strike="noStrike" cap="none"/>
                        <a:t>3</a:t>
                      </a:r>
                      <a:endParaRPr/>
                    </a:p>
                    <a:p>
                      <a:pPr marL="0" marR="0" lvl="0" indent="0" algn="r" rtl="0">
                        <a:spcBef>
                          <a:spcPts val="0"/>
                        </a:spcBef>
                        <a:spcAft>
                          <a:spcPts val="0"/>
                        </a:spcAft>
                        <a:buNone/>
                      </a:pPr>
                      <a:r>
                        <a:rPr lang="en-US" sz="1800" u="none" strike="noStrike" cap="none"/>
                        <a:t>4</a:t>
                      </a:r>
                      <a:endParaRPr/>
                    </a:p>
                    <a:p>
                      <a:pPr marL="0" marR="0" lvl="0" indent="0" algn="r" rtl="0">
                        <a:spcBef>
                          <a:spcPts val="0"/>
                        </a:spcBef>
                        <a:spcAft>
                          <a:spcPts val="0"/>
                        </a:spcAft>
                        <a:buNone/>
                      </a:pPr>
                      <a:r>
                        <a:rPr lang="en-US" sz="1800" u="none" strike="noStrike" cap="none"/>
                        <a:t>5</a:t>
                      </a:r>
                      <a:endParaRPr/>
                    </a:p>
                    <a:p>
                      <a:pPr marL="0" marR="0" lvl="0" indent="0" algn="r" rtl="0">
                        <a:spcBef>
                          <a:spcPts val="0"/>
                        </a:spcBef>
                        <a:spcAft>
                          <a:spcPts val="0"/>
                        </a:spcAft>
                        <a:buNone/>
                      </a:pPr>
                      <a:r>
                        <a:rPr lang="en-US" sz="1800" u="none" strike="noStrike" cap="none"/>
                        <a:t>6</a:t>
                      </a:r>
                      <a:endParaRPr/>
                    </a:p>
                    <a:p>
                      <a:pPr marL="0" marR="0" lvl="0" indent="0" algn="r" rtl="0">
                        <a:spcBef>
                          <a:spcPts val="0"/>
                        </a:spcBef>
                        <a:spcAft>
                          <a:spcPts val="0"/>
                        </a:spcAft>
                        <a:buNone/>
                      </a:pPr>
                      <a:r>
                        <a:rPr lang="en-US" sz="1800" u="none" strike="noStrike" cap="none"/>
                        <a:t>7</a:t>
                      </a:r>
                      <a:endParaRPr/>
                    </a:p>
                    <a:p>
                      <a:pPr marL="0" marR="0" lvl="0" indent="0" algn="r" rtl="0">
                        <a:spcBef>
                          <a:spcPts val="0"/>
                        </a:spcBef>
                        <a:spcAft>
                          <a:spcPts val="0"/>
                        </a:spcAft>
                        <a:buNone/>
                      </a:pPr>
                      <a:r>
                        <a:rPr lang="en-US" sz="1800" u="none" strike="noStrike" cap="none"/>
                        <a:t>8</a:t>
                      </a:r>
                      <a:endParaRPr/>
                    </a:p>
                    <a:p>
                      <a:pPr marL="0" marR="0" lvl="0" indent="0" algn="r" rtl="0">
                        <a:spcBef>
                          <a:spcPts val="0"/>
                        </a:spcBef>
                        <a:spcAft>
                          <a:spcPts val="0"/>
                        </a:spcAft>
                        <a:buNone/>
                      </a:pPr>
                      <a:r>
                        <a:rPr lang="en-US" sz="1800" u="none" strike="noStrike" cap="none"/>
                        <a:t>9</a:t>
                      </a:r>
                      <a:endParaRPr/>
                    </a:p>
                    <a:p>
                      <a:pPr marL="0" marR="0" lvl="0" indent="0" algn="r" rtl="0">
                        <a:spcBef>
                          <a:spcPts val="0"/>
                        </a:spcBef>
                        <a:spcAft>
                          <a:spcPts val="0"/>
                        </a:spcAft>
                        <a:buNone/>
                      </a:pPr>
                      <a:r>
                        <a:rPr lang="en-US" sz="1800" u="none" strike="noStrike" cap="none"/>
                        <a:t>10</a:t>
                      </a:r>
                      <a:endParaRPr/>
                    </a:p>
                    <a:p>
                      <a:pPr marL="0" marR="0" lvl="0" indent="0" algn="r" rtl="0">
                        <a:spcBef>
                          <a:spcPts val="0"/>
                        </a:spcBef>
                        <a:spcAft>
                          <a:spcPts val="0"/>
                        </a:spcAft>
                        <a:buNone/>
                      </a:pPr>
                      <a:r>
                        <a:rPr lang="en-US" sz="1800" u="none" strike="noStrike" cap="none"/>
                        <a:t>11</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346075" algn="l" rtl="0">
                        <a:spcBef>
                          <a:spcPts val="0"/>
                        </a:spcBef>
                        <a:spcAft>
                          <a:spcPts val="0"/>
                        </a:spcAft>
                        <a:buNone/>
                      </a:pPr>
                      <a:r>
                        <a:rPr lang="en-US" sz="1800" u="none" strike="noStrike" cap="none"/>
                        <a:t>contract FunctionModifiers{</a:t>
                      </a:r>
                      <a:endParaRPr/>
                    </a:p>
                    <a:p>
                      <a:pPr marL="0" marR="0" lvl="0" indent="346075" algn="l" rtl="0">
                        <a:spcBef>
                          <a:spcPts val="0"/>
                        </a:spcBef>
                        <a:spcAft>
                          <a:spcPts val="0"/>
                        </a:spcAft>
                        <a:buNone/>
                      </a:pPr>
                      <a:r>
                        <a:rPr lang="en-US" sz="1800" u="none" strike="noStrike" cap="none"/>
                        <a:t>address public creator;</a:t>
                      </a:r>
                      <a:endParaRPr/>
                    </a:p>
                    <a:p>
                      <a:pPr marL="0" marR="0" lvl="0" indent="346075" algn="l" rtl="0">
                        <a:spcBef>
                          <a:spcPts val="0"/>
                        </a:spcBef>
                        <a:spcAft>
                          <a:spcPts val="0"/>
                        </a:spcAft>
                        <a:buNone/>
                      </a:pPr>
                      <a:r>
                        <a:rPr lang="en-US" sz="1800" u="none" strike="noStrike" cap="none"/>
                        <a:t>function FunctionModifiers() {</a:t>
                      </a:r>
                      <a:endParaRPr/>
                    </a:p>
                    <a:p>
                      <a:pPr marL="0" marR="0" lvl="0" indent="346075" algn="l" rtl="0">
                        <a:spcBef>
                          <a:spcPts val="0"/>
                        </a:spcBef>
                        <a:spcAft>
                          <a:spcPts val="0"/>
                        </a:spcAft>
                        <a:buNone/>
                      </a:pPr>
                      <a:r>
                        <a:rPr lang="en-US" sz="1800" u="none" strike="noStrike" cap="none"/>
                        <a:t>creator = msg.sender;}</a:t>
                      </a:r>
                      <a:endParaRPr/>
                    </a:p>
                    <a:p>
                      <a:pPr marL="0" marR="0" lvl="0" indent="346075" algn="l" rtl="0">
                        <a:spcBef>
                          <a:spcPts val="0"/>
                        </a:spcBef>
                        <a:spcAft>
                          <a:spcPts val="0"/>
                        </a:spcAft>
                        <a:buNone/>
                      </a:pPr>
                      <a:r>
                        <a:rPr lang="en-US" sz="1800" u="none" strike="noStrike" cap="none"/>
                        <a:t>Modifier onlyCreator() {</a:t>
                      </a:r>
                      <a:endParaRPr/>
                    </a:p>
                    <a:p>
                      <a:pPr marL="0" marR="0" lvl="0" indent="346075" algn="l" rtl="0">
                        <a:spcBef>
                          <a:spcPts val="0"/>
                        </a:spcBef>
                        <a:spcAft>
                          <a:spcPts val="0"/>
                        </a:spcAft>
                        <a:buNone/>
                      </a:pPr>
                      <a:r>
                        <a:rPr lang="en-US" sz="1800" u="none" strike="noStrike" cap="none"/>
                        <a:t>if(msg.sender!=creator){</a:t>
                      </a:r>
                      <a:endParaRPr/>
                    </a:p>
                    <a:p>
                      <a:pPr marL="0" marR="0" lvl="0" indent="346075" algn="l" rtl="0">
                        <a:spcBef>
                          <a:spcPts val="0"/>
                        </a:spcBef>
                        <a:spcAft>
                          <a:spcPts val="0"/>
                        </a:spcAft>
                        <a:buNone/>
                      </a:pPr>
                      <a:r>
                        <a:rPr lang="en-US" sz="1800" u="none" strike="noStrike" cap="none"/>
                        <a:t>throw; }</a:t>
                      </a:r>
                      <a:endParaRPr/>
                    </a:p>
                    <a:p>
                      <a:pPr marL="0" marR="0" lvl="0" indent="346075" algn="l" rtl="0">
                        <a:spcBef>
                          <a:spcPts val="0"/>
                        </a:spcBef>
                        <a:spcAft>
                          <a:spcPts val="0"/>
                        </a:spcAft>
                        <a:buNone/>
                      </a:pPr>
                      <a:r>
                        <a:rPr lang="en-US" sz="1800" u="none" strike="noStrike" cap="none"/>
                        <a:t>_; //resumes the function wherever the access modifier is used</a:t>
                      </a:r>
                      <a:endParaRPr/>
                    </a:p>
                    <a:p>
                      <a:pPr marL="0" marR="0" lvl="0" indent="346075" algn="l" rtl="0">
                        <a:spcBef>
                          <a:spcPts val="0"/>
                        </a:spcBef>
                        <a:spcAft>
                          <a:spcPts val="0"/>
                        </a:spcAft>
                        <a:buNone/>
                      </a:pPr>
                      <a:r>
                        <a:rPr lang="en-US" sz="1800" u="none" strike="noStrike" cap="none"/>
                        <a:t>}</a:t>
                      </a:r>
                      <a:endParaRPr/>
                    </a:p>
                    <a:p>
                      <a:pPr marL="0" marR="0" lvl="0" indent="346075" algn="l" rtl="0">
                        <a:spcBef>
                          <a:spcPts val="0"/>
                        </a:spcBef>
                        <a:spcAft>
                          <a:spcPts val="0"/>
                        </a:spcAft>
                        <a:buNone/>
                      </a:pPr>
                      <a:r>
                        <a:rPr lang="en-US" sz="1800" u="none" strike="noStrike" cap="none"/>
                        <a:t>function killContract() onlyCreator{ //function will not execute if an exception occurs</a:t>
                      </a:r>
                      <a:endParaRPr/>
                    </a:p>
                    <a:p>
                      <a:pPr marL="0" marR="0" lvl="0" indent="346075" algn="l" rtl="0">
                        <a:spcBef>
                          <a:spcPts val="0"/>
                        </a:spcBef>
                        <a:spcAft>
                          <a:spcPts val="0"/>
                        </a:spcAft>
                        <a:buNone/>
                      </a:pPr>
                      <a:r>
                        <a:rPr lang="en-US" sz="1800" u="none" strike="noStrike" cap="none"/>
                        <a:t>self-destruct(creator); }}</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76"/>
        <p:cNvGrpSpPr/>
        <p:nvPr/>
      </p:nvGrpSpPr>
      <p:grpSpPr>
        <a:xfrm>
          <a:off x="0" y="0"/>
          <a:ext cx="0" cy="0"/>
          <a:chOff x="0" y="0"/>
          <a:chExt cx="0" cy="0"/>
        </a:xfrm>
      </p:grpSpPr>
      <p:sp>
        <p:nvSpPr>
          <p:cNvPr id="277" name="Google Shape;277;p32"/>
          <p:cNvSpPr/>
          <p:nvPr/>
        </p:nvSpPr>
        <p:spPr>
          <a:xfrm>
            <a:off x="228600" y="0"/>
            <a:ext cx="118110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Schoolbook"/>
                <a:ea typeface="Century Schoolbook"/>
                <a:cs typeface="Century Schoolbook"/>
                <a:sym typeface="Century Schoolbook"/>
              </a:rPr>
              <a:t>Inheritance</a:t>
            </a:r>
            <a:endParaRPr sz="1800">
              <a:solidFill>
                <a:schemeClr val="dk1"/>
              </a:solidFill>
              <a:latin typeface="Century Schoolbook"/>
              <a:ea typeface="Century Schoolbook"/>
              <a:cs typeface="Century Schoolbook"/>
              <a:sym typeface="Century Schoolbook"/>
            </a:endParaRPr>
          </a:p>
          <a:p>
            <a:pPr marL="0" marR="0" lvl="0" indent="0" algn="l" rtl="0">
              <a:spcBef>
                <a:spcPts val="0"/>
              </a:spcBef>
              <a:spcAft>
                <a:spcPts val="0"/>
              </a:spcAft>
              <a:buNone/>
            </a:pPr>
            <a:r>
              <a:rPr lang="en-US" sz="1800">
                <a:solidFill>
                  <a:schemeClr val="dk1"/>
                </a:solidFill>
                <a:latin typeface="Century Schoolbook"/>
                <a:ea typeface="Century Schoolbook"/>
                <a:cs typeface="Century Schoolbook"/>
                <a:sym typeface="Century Schoolbook"/>
              </a:rPr>
              <a:t>Solidity supports multiple Inheritance by copying code including polymorphism.</a:t>
            </a:r>
            <a:endParaRPr/>
          </a:p>
        </p:txBody>
      </p:sp>
      <p:graphicFrame>
        <p:nvGraphicFramePr>
          <p:cNvPr id="278" name="Google Shape;278;p32"/>
          <p:cNvGraphicFramePr/>
          <p:nvPr/>
        </p:nvGraphicFramePr>
        <p:xfrm>
          <a:off x="381000" y="762000"/>
          <a:ext cx="3000000" cy="3000000"/>
        </p:xfrm>
        <a:graphic>
          <a:graphicData uri="http://schemas.openxmlformats.org/drawingml/2006/table">
            <a:tbl>
              <a:tblPr>
                <a:noFill/>
                <a:tableStyleId>{41619480-12B1-49A5-B4C6-0258D6D647B2}</a:tableStyleId>
              </a:tblPr>
              <a:tblGrid>
                <a:gridCol w="688725">
                  <a:extLst>
                    <a:ext uri="{9D8B030D-6E8A-4147-A177-3AD203B41FA5}">
                      <a16:colId xmlns:a16="http://schemas.microsoft.com/office/drawing/2014/main" val="20000"/>
                    </a:ext>
                  </a:extLst>
                </a:gridCol>
                <a:gridCol w="10817475">
                  <a:extLst>
                    <a:ext uri="{9D8B030D-6E8A-4147-A177-3AD203B41FA5}">
                      <a16:colId xmlns:a16="http://schemas.microsoft.com/office/drawing/2014/main" val="20001"/>
                    </a:ext>
                  </a:extLst>
                </a:gridCol>
              </a:tblGrid>
              <a:tr h="4038600">
                <a:tc>
                  <a:txBody>
                    <a:bodyPr/>
                    <a:lstStyle/>
                    <a:p>
                      <a:pPr marL="0" marR="0" lvl="0" indent="0" algn="r" rtl="0">
                        <a:spcBef>
                          <a:spcPts val="0"/>
                        </a:spcBef>
                        <a:spcAft>
                          <a:spcPts val="0"/>
                        </a:spcAft>
                        <a:buNone/>
                      </a:pPr>
                      <a:r>
                        <a:rPr lang="en-US" sz="1800" u="none" strike="noStrike" cap="none"/>
                        <a:t>1</a:t>
                      </a:r>
                      <a:endParaRPr/>
                    </a:p>
                    <a:p>
                      <a:pPr marL="0" marR="0" lvl="0" indent="0" algn="r" rtl="0">
                        <a:spcBef>
                          <a:spcPts val="0"/>
                        </a:spcBef>
                        <a:spcAft>
                          <a:spcPts val="0"/>
                        </a:spcAft>
                        <a:buNone/>
                      </a:pPr>
                      <a:r>
                        <a:rPr lang="en-US" sz="1800" u="none" strike="noStrike" cap="none"/>
                        <a:t>2</a:t>
                      </a:r>
                      <a:endParaRPr/>
                    </a:p>
                    <a:p>
                      <a:pPr marL="0" marR="0" lvl="0" indent="0" algn="r" rtl="0">
                        <a:spcBef>
                          <a:spcPts val="0"/>
                        </a:spcBef>
                        <a:spcAft>
                          <a:spcPts val="0"/>
                        </a:spcAft>
                        <a:buNone/>
                      </a:pPr>
                      <a:r>
                        <a:rPr lang="en-US" sz="1800" u="none" strike="noStrike" cap="none"/>
                        <a:t>3</a:t>
                      </a:r>
                      <a:endParaRPr/>
                    </a:p>
                    <a:p>
                      <a:pPr marL="0" marR="0" lvl="0" indent="0" algn="r" rtl="0">
                        <a:spcBef>
                          <a:spcPts val="0"/>
                        </a:spcBef>
                        <a:spcAft>
                          <a:spcPts val="0"/>
                        </a:spcAft>
                        <a:buNone/>
                      </a:pPr>
                      <a:r>
                        <a:rPr lang="en-US" sz="1800" u="none" strike="noStrike" cap="none"/>
                        <a:t>4</a:t>
                      </a:r>
                      <a:endParaRPr/>
                    </a:p>
                    <a:p>
                      <a:pPr marL="0" marR="0" lvl="0" indent="0" algn="r" rtl="0">
                        <a:spcBef>
                          <a:spcPts val="0"/>
                        </a:spcBef>
                        <a:spcAft>
                          <a:spcPts val="0"/>
                        </a:spcAft>
                        <a:buNone/>
                      </a:pPr>
                      <a:r>
                        <a:rPr lang="en-US" sz="1800" u="none" strike="noStrike" cap="none"/>
                        <a:t>5</a:t>
                      </a:r>
                      <a:endParaRPr/>
                    </a:p>
                    <a:p>
                      <a:pPr marL="0" marR="0" lvl="0" indent="0" algn="r" rtl="0">
                        <a:spcBef>
                          <a:spcPts val="0"/>
                        </a:spcBef>
                        <a:spcAft>
                          <a:spcPts val="0"/>
                        </a:spcAft>
                        <a:buNone/>
                      </a:pPr>
                      <a:r>
                        <a:rPr lang="en-US" sz="1800" u="none" strike="noStrike" cap="none"/>
                        <a:t>6</a:t>
                      </a:r>
                      <a:endParaRPr/>
                    </a:p>
                    <a:p>
                      <a:pPr marL="0" marR="0" lvl="0" indent="0" algn="r" rtl="0">
                        <a:spcBef>
                          <a:spcPts val="0"/>
                        </a:spcBef>
                        <a:spcAft>
                          <a:spcPts val="0"/>
                        </a:spcAft>
                        <a:buNone/>
                      </a:pPr>
                      <a:r>
                        <a:rPr lang="en-US" sz="1800" u="none" strike="noStrike" cap="none"/>
                        <a:t>7</a:t>
                      </a:r>
                      <a:endParaRPr/>
                    </a:p>
                    <a:p>
                      <a:pPr marL="0" marR="0" lvl="0" indent="0" algn="r" rtl="0">
                        <a:spcBef>
                          <a:spcPts val="0"/>
                        </a:spcBef>
                        <a:spcAft>
                          <a:spcPts val="0"/>
                        </a:spcAft>
                        <a:buNone/>
                      </a:pPr>
                      <a:r>
                        <a:rPr lang="en-US" sz="1800" u="none" strike="noStrike" cap="none"/>
                        <a:t>8</a:t>
                      </a:r>
                      <a:endParaRPr/>
                    </a:p>
                    <a:p>
                      <a:pPr marL="0" marR="0" lvl="0" indent="0" algn="r" rtl="0">
                        <a:spcBef>
                          <a:spcPts val="0"/>
                        </a:spcBef>
                        <a:spcAft>
                          <a:spcPts val="0"/>
                        </a:spcAft>
                        <a:buNone/>
                      </a:pPr>
                      <a:r>
                        <a:rPr lang="en-US" sz="1800" u="none" strike="noStrike" cap="none"/>
                        <a:t>9</a:t>
                      </a:r>
                      <a:endParaRPr/>
                    </a:p>
                    <a:p>
                      <a:pPr marL="0" marR="0" lvl="0" indent="0" algn="r" rtl="0">
                        <a:spcBef>
                          <a:spcPts val="0"/>
                        </a:spcBef>
                        <a:spcAft>
                          <a:spcPts val="0"/>
                        </a:spcAft>
                        <a:buNone/>
                      </a:pPr>
                      <a:r>
                        <a:rPr lang="en-US" sz="1800" u="none" strike="noStrike" cap="none"/>
                        <a:t>10</a:t>
                      </a:r>
                      <a:endParaRPr/>
                    </a:p>
                    <a:p>
                      <a:pPr marL="0" marR="0" lvl="0" indent="0" algn="r" rtl="0">
                        <a:spcBef>
                          <a:spcPts val="0"/>
                        </a:spcBef>
                        <a:spcAft>
                          <a:spcPts val="0"/>
                        </a:spcAft>
                        <a:buNone/>
                      </a:pPr>
                      <a:r>
                        <a:rPr lang="en-US" sz="1800" u="none" strike="noStrike" cap="none"/>
                        <a:t>11</a:t>
                      </a:r>
                      <a:endParaRPr/>
                    </a:p>
                    <a:p>
                      <a:pPr marL="0" marR="0" lvl="0" indent="0" algn="r" rtl="0">
                        <a:spcBef>
                          <a:spcPts val="0"/>
                        </a:spcBef>
                        <a:spcAft>
                          <a:spcPts val="0"/>
                        </a:spcAft>
                        <a:buNone/>
                      </a:pPr>
                      <a:r>
                        <a:rPr lang="en-US" sz="1800" u="none" strike="noStrike" cap="none"/>
                        <a:t>12</a:t>
                      </a:r>
                      <a:endParaRPr/>
                    </a:p>
                    <a:p>
                      <a:pPr marL="0" marR="0" lvl="0" indent="0" algn="r" rtl="0">
                        <a:spcBef>
                          <a:spcPts val="0"/>
                        </a:spcBef>
                        <a:spcAft>
                          <a:spcPts val="0"/>
                        </a:spcAft>
                        <a:buNone/>
                      </a:pPr>
                      <a:r>
                        <a:rPr lang="en-US" sz="1800" u="none" strike="noStrike" cap="none"/>
                        <a:t>13</a:t>
                      </a:r>
                      <a:endParaRPr/>
                    </a:p>
                    <a:p>
                      <a:pPr marL="0" marR="0" lvl="0" indent="0" algn="r" rtl="0">
                        <a:spcBef>
                          <a:spcPts val="0"/>
                        </a:spcBef>
                        <a:spcAft>
                          <a:spcPts val="0"/>
                        </a:spcAft>
                        <a:buNone/>
                      </a:pPr>
                      <a:r>
                        <a:rPr lang="en-US" sz="1800" u="none" strike="noStrike" cap="none"/>
                        <a:t>14</a:t>
                      </a:r>
                      <a:endParaRPr sz="1800" b="0" i="0" u="none" strike="noStrike" cap="none">
                        <a:solidFill>
                          <a:srgbClr val="AFAFAF"/>
                        </a:solidFill>
                        <a:latin typeface="Arial"/>
                        <a:ea typeface="Arial"/>
                        <a:cs typeface="Arial"/>
                        <a:sym typeface="Arial"/>
                      </a:endParaRPr>
                    </a:p>
                  </a:txBody>
                  <a:tcPr marL="0" marR="0" marT="0" marB="0" anchor="ctr"/>
                </a:tc>
                <a:tc>
                  <a:txBody>
                    <a:bodyPr/>
                    <a:lstStyle/>
                    <a:p>
                      <a:pPr marL="0" marR="0" lvl="0" indent="346075" algn="l" rtl="0">
                        <a:spcBef>
                          <a:spcPts val="0"/>
                        </a:spcBef>
                        <a:spcAft>
                          <a:spcPts val="0"/>
                        </a:spcAft>
                        <a:buNone/>
                      </a:pPr>
                      <a:r>
                        <a:rPr lang="en-US" sz="1800" u="none" strike="noStrike" cap="none"/>
                        <a:t>contract Owned {</a:t>
                      </a:r>
                      <a:endParaRPr/>
                    </a:p>
                    <a:p>
                      <a:pPr marL="0" marR="0" lvl="0" indent="346075" algn="l" rtl="0">
                        <a:spcBef>
                          <a:spcPts val="0"/>
                        </a:spcBef>
                        <a:spcAft>
                          <a:spcPts val="0"/>
                        </a:spcAft>
                        <a:buNone/>
                      </a:pPr>
                      <a:r>
                        <a:rPr lang="en-US" sz="1800" u="none" strike="noStrike" cap="none"/>
                        <a:t>address Owner ;</a:t>
                      </a:r>
                      <a:endParaRPr/>
                    </a:p>
                    <a:p>
                      <a:pPr marL="0" marR="0" lvl="0" indent="346075" algn="l" rtl="0">
                        <a:spcBef>
                          <a:spcPts val="0"/>
                        </a:spcBef>
                        <a:spcAft>
                          <a:spcPts val="0"/>
                        </a:spcAft>
                        <a:buNone/>
                      </a:pPr>
                      <a:r>
                        <a:rPr lang="en-US" sz="1800" u="none" strike="noStrike" cap="none"/>
                        <a:t>function owned() {</a:t>
                      </a:r>
                      <a:endParaRPr/>
                    </a:p>
                    <a:p>
                      <a:pPr marL="0" marR="0" lvl="0" indent="346075" algn="l" rtl="0">
                        <a:spcBef>
                          <a:spcPts val="0"/>
                        </a:spcBef>
                        <a:spcAft>
                          <a:spcPts val="0"/>
                        </a:spcAft>
                        <a:buNone/>
                      </a:pPr>
                      <a:r>
                        <a:rPr lang="en-US" sz="1800" u="none" strike="noStrike" cap="none"/>
                        <a:t>owner = msg.sender;</a:t>
                      </a:r>
                      <a:endParaRPr/>
                    </a:p>
                    <a:p>
                      <a:pPr marL="0" marR="0" lvl="0" indent="346075" algn="l" rtl="0">
                        <a:spcBef>
                          <a:spcPts val="0"/>
                        </a:spcBef>
                        <a:spcAft>
                          <a:spcPts val="0"/>
                        </a:spcAft>
                        <a:buNone/>
                      </a:pPr>
                      <a:r>
                        <a:rPr lang="en-US" sz="1800" u="none" strike="noStrike" cap="none"/>
                        <a:t>}}</a:t>
                      </a:r>
                      <a:endParaRPr/>
                    </a:p>
                    <a:p>
                      <a:pPr marL="0" marR="0" lvl="0" indent="346075" algn="l" rtl="0">
                        <a:spcBef>
                          <a:spcPts val="0"/>
                        </a:spcBef>
                        <a:spcAft>
                          <a:spcPts val="0"/>
                        </a:spcAft>
                        <a:buNone/>
                      </a:pPr>
                      <a:r>
                        <a:rPr lang="en-US" sz="1800" u="none" strike="noStrike" cap="none"/>
                        <a:t>contract Mortal is Owned {  // 'is' keyword is used for inheritance</a:t>
                      </a:r>
                      <a:endParaRPr/>
                    </a:p>
                    <a:p>
                      <a:pPr marL="0" marR="0" lvl="0" indent="346075" algn="l" rtl="0">
                        <a:spcBef>
                          <a:spcPts val="0"/>
                        </a:spcBef>
                        <a:spcAft>
                          <a:spcPts val="0"/>
                        </a:spcAft>
                        <a:buNone/>
                      </a:pPr>
                      <a:r>
                        <a:rPr lang="en-US" sz="1800" u="none" strike="noStrike" cap="none"/>
                        <a:t>function kill(){</a:t>
                      </a:r>
                      <a:endParaRPr/>
                    </a:p>
                    <a:p>
                      <a:pPr marL="0" marR="0" lvl="0" indent="346075" algn="l" rtl="0">
                        <a:spcBef>
                          <a:spcPts val="0"/>
                        </a:spcBef>
                        <a:spcAft>
                          <a:spcPts val="0"/>
                        </a:spcAft>
                        <a:buNone/>
                      </a:pPr>
                      <a:r>
                        <a:rPr lang="en-US" sz="1800" u="none" strike="noStrike" cap="none"/>
                        <a:t>self-destruct(owner);   }}</a:t>
                      </a:r>
                      <a:endParaRPr/>
                    </a:p>
                    <a:p>
                      <a:pPr marL="0" marR="0" lvl="0" indent="346075" algn="l" rtl="0">
                        <a:spcBef>
                          <a:spcPts val="0"/>
                        </a:spcBef>
                        <a:spcAft>
                          <a:spcPts val="0"/>
                        </a:spcAft>
                        <a:buNone/>
                      </a:pPr>
                      <a:r>
                        <a:rPr lang="en-US" sz="1800" u="none" strike="noStrike" cap="none"/>
                        <a:t>contract User is Owned, Mortal //Multiple inheritance</a:t>
                      </a:r>
                      <a:endParaRPr/>
                    </a:p>
                    <a:p>
                      <a:pPr marL="0" marR="0" lvl="0" indent="346075" algn="l" rtl="0">
                        <a:spcBef>
                          <a:spcPts val="0"/>
                        </a:spcBef>
                        <a:spcAft>
                          <a:spcPts val="0"/>
                        </a:spcAft>
                        <a:buNone/>
                      </a:pPr>
                      <a:r>
                        <a:rPr lang="en-US" sz="1800" u="none" strike="noStrike" cap="none"/>
                        <a:t>{</a:t>
                      </a:r>
                      <a:endParaRPr/>
                    </a:p>
                    <a:p>
                      <a:pPr marL="0" marR="0" lvl="0" indent="346075" algn="l" rtl="0">
                        <a:spcBef>
                          <a:spcPts val="0"/>
                        </a:spcBef>
                        <a:spcAft>
                          <a:spcPts val="0"/>
                        </a:spcAft>
                        <a:buNone/>
                      </a:pPr>
                      <a:r>
                        <a:rPr lang="en-US" sz="1800" u="none" strike="noStrike" cap="none"/>
                        <a:t>string public UserName;</a:t>
                      </a:r>
                      <a:endParaRPr/>
                    </a:p>
                    <a:p>
                      <a:pPr marL="0" marR="0" lvl="0" indent="346075" algn="l" rtl="0">
                        <a:spcBef>
                          <a:spcPts val="0"/>
                        </a:spcBef>
                        <a:spcAft>
                          <a:spcPts val="0"/>
                        </a:spcAft>
                        <a:buNone/>
                      </a:pPr>
                      <a:r>
                        <a:rPr lang="en-US" sz="1800" u="none" strike="noStrike" cap="none"/>
                        <a:t>function User(string _name){</a:t>
                      </a:r>
                      <a:endParaRPr/>
                    </a:p>
                    <a:p>
                      <a:pPr marL="0" marR="0" lvl="0" indent="346075" algn="l" rtl="0">
                        <a:spcBef>
                          <a:spcPts val="0"/>
                        </a:spcBef>
                        <a:spcAft>
                          <a:spcPts val="0"/>
                        </a:spcAft>
                        <a:buNone/>
                      </a:pPr>
                      <a:r>
                        <a:rPr lang="en-US" sz="1800" u="none" strike="noStrike" cap="none"/>
                        <a:t>UserName = _name;</a:t>
                      </a:r>
                      <a:endParaRPr/>
                    </a:p>
                    <a:p>
                      <a:pPr marL="0" marR="0" lvl="0" indent="346075" algn="l" rtl="0">
                        <a:spcBef>
                          <a:spcPts val="0"/>
                        </a:spcBef>
                        <a:spcAft>
                          <a:spcPts val="0"/>
                        </a:spcAft>
                        <a:buNone/>
                      </a:pPr>
                      <a:r>
                        <a:rPr lang="en-US" sz="1800" u="none" strike="noStrike" cap="none"/>
                        <a:t>}}</a:t>
                      </a:r>
                      <a:endParaRPr sz="1800" b="0" i="0" u="none" strike="noStrike" cap="none">
                        <a:latin typeface="Arial"/>
                        <a:ea typeface="Arial"/>
                        <a:cs typeface="Arial"/>
                        <a:sym typeface="Arial"/>
                      </a:endParaRPr>
                    </a:p>
                  </a:txBody>
                  <a:tcPr marL="0" marR="0" marT="0" marB="0" anchor="ctr"/>
                </a:tc>
                <a:extLst>
                  <a:ext uri="{0D108BD9-81ED-4DB2-BD59-A6C34878D82A}">
                    <a16:rowId xmlns:a16="http://schemas.microsoft.com/office/drawing/2014/main" val="10000"/>
                  </a:ext>
                </a:extLst>
              </a:tr>
            </a:tbl>
          </a:graphicData>
        </a:graphic>
      </p:graphicFrame>
      <p:sp>
        <p:nvSpPr>
          <p:cNvPr id="279" name="Google Shape;279;p32"/>
          <p:cNvSpPr/>
          <p:nvPr/>
        </p:nvSpPr>
        <p:spPr>
          <a:xfrm>
            <a:off x="457200" y="5105400"/>
            <a:ext cx="112776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i="1">
                <a:solidFill>
                  <a:schemeClr val="dk1"/>
                </a:solidFill>
                <a:latin typeface="Century Schoolbook"/>
                <a:ea typeface="Century Schoolbook"/>
                <a:cs typeface="Century Schoolbook"/>
                <a:sym typeface="Century Schoolbook"/>
              </a:rPr>
              <a:t>Alright, I feel the above-discussed concepts are sufficient enough for you to kick-start with Solidity programming.  </a:t>
            </a:r>
            <a:endParaRPr sz="18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3"/>
          <p:cNvSpPr txBox="1"/>
          <p:nvPr/>
        </p:nvSpPr>
        <p:spPr>
          <a:xfrm>
            <a:off x="231600" y="886950"/>
            <a:ext cx="12338400" cy="554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900"/>
              <a:t>Scope of local variables is limited to function in which they are defined but State variables can have three types of scopes.</a:t>
            </a:r>
            <a:endParaRPr sz="2900"/>
          </a:p>
          <a:p>
            <a:pPr marL="0" lvl="0" indent="0" algn="l" rtl="0">
              <a:spcBef>
                <a:spcPts val="0"/>
              </a:spcBef>
              <a:spcAft>
                <a:spcPts val="0"/>
              </a:spcAft>
              <a:buNone/>
            </a:pPr>
            <a:endParaRPr sz="2900"/>
          </a:p>
          <a:p>
            <a:pPr marL="0" lvl="0" indent="0" algn="l" rtl="0">
              <a:spcBef>
                <a:spcPts val="0"/>
              </a:spcBef>
              <a:spcAft>
                <a:spcPts val="0"/>
              </a:spcAft>
              <a:buNone/>
            </a:pPr>
            <a:r>
              <a:rPr lang="en-US" sz="2900"/>
              <a:t>Public − Public state variables can be accessed internally as well as via messages. For a public state variable, an automatic getter function is generated.</a:t>
            </a:r>
            <a:endParaRPr sz="2900"/>
          </a:p>
          <a:p>
            <a:pPr marL="0" lvl="0" indent="0" algn="l" rtl="0">
              <a:spcBef>
                <a:spcPts val="0"/>
              </a:spcBef>
              <a:spcAft>
                <a:spcPts val="0"/>
              </a:spcAft>
              <a:buNone/>
            </a:pPr>
            <a:endParaRPr sz="2900"/>
          </a:p>
          <a:p>
            <a:pPr marL="0" lvl="0" indent="0" algn="l" rtl="0">
              <a:spcBef>
                <a:spcPts val="0"/>
              </a:spcBef>
              <a:spcAft>
                <a:spcPts val="0"/>
              </a:spcAft>
              <a:buNone/>
            </a:pPr>
            <a:r>
              <a:rPr lang="en-US" sz="2900"/>
              <a:t>Internal − Internal state variables can be accessed only internally from the current contract or contract deriving from it without using this.</a:t>
            </a:r>
            <a:endParaRPr sz="2900"/>
          </a:p>
          <a:p>
            <a:pPr marL="0" lvl="0" indent="0" algn="l" rtl="0">
              <a:spcBef>
                <a:spcPts val="0"/>
              </a:spcBef>
              <a:spcAft>
                <a:spcPts val="0"/>
              </a:spcAft>
              <a:buNone/>
            </a:pPr>
            <a:endParaRPr sz="2900"/>
          </a:p>
          <a:p>
            <a:pPr marL="0" lvl="0" indent="0" algn="l" rtl="0">
              <a:spcBef>
                <a:spcPts val="0"/>
              </a:spcBef>
              <a:spcAft>
                <a:spcPts val="0"/>
              </a:spcAft>
              <a:buNone/>
            </a:pPr>
            <a:r>
              <a:rPr lang="en-US" sz="2900"/>
              <a:t>Private − Private state variables can be accessed only internally from the current contract they are defined not in the derived contract from it.</a:t>
            </a:r>
            <a:endParaRPr sz="29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4"/>
          <p:cNvSpPr txBox="1"/>
          <p:nvPr/>
        </p:nvSpPr>
        <p:spPr>
          <a:xfrm>
            <a:off x="0" y="230850"/>
            <a:ext cx="5825400" cy="5956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t>pragma solidity ^0.5.0;</a:t>
            </a:r>
            <a:endParaRPr sz="2200"/>
          </a:p>
          <a:p>
            <a:pPr marL="0" lvl="0" indent="0" algn="l" rtl="0">
              <a:spcBef>
                <a:spcPts val="0"/>
              </a:spcBef>
              <a:spcAft>
                <a:spcPts val="0"/>
              </a:spcAft>
              <a:buNone/>
            </a:pPr>
            <a:r>
              <a:rPr lang="en-US" sz="2200"/>
              <a:t>contract C {</a:t>
            </a:r>
            <a:endParaRPr sz="2200"/>
          </a:p>
          <a:p>
            <a:pPr marL="0" lvl="0" indent="0" algn="l" rtl="0">
              <a:spcBef>
                <a:spcPts val="0"/>
              </a:spcBef>
              <a:spcAft>
                <a:spcPts val="0"/>
              </a:spcAft>
              <a:buNone/>
            </a:pPr>
            <a:r>
              <a:rPr lang="en-US" sz="2200"/>
              <a:t>   uint public data = 30;</a:t>
            </a:r>
            <a:endParaRPr sz="2200"/>
          </a:p>
          <a:p>
            <a:pPr marL="0" lvl="0" indent="0" algn="l" rtl="0">
              <a:spcBef>
                <a:spcPts val="0"/>
              </a:spcBef>
              <a:spcAft>
                <a:spcPts val="0"/>
              </a:spcAft>
              <a:buNone/>
            </a:pPr>
            <a:r>
              <a:rPr lang="en-US" sz="2200"/>
              <a:t>   uint internal iData= 10;</a:t>
            </a:r>
            <a:endParaRPr sz="2200"/>
          </a:p>
          <a:p>
            <a:pPr marL="0" lvl="0" indent="0" algn="l" rtl="0">
              <a:spcBef>
                <a:spcPts val="0"/>
              </a:spcBef>
              <a:spcAft>
                <a:spcPts val="0"/>
              </a:spcAft>
              <a:buNone/>
            </a:pPr>
            <a:r>
              <a:rPr lang="en-US" sz="2200"/>
              <a:t>   uint s</a:t>
            </a:r>
            <a:r>
              <a:rPr lang="en-US" sz="2300">
                <a:solidFill>
                  <a:schemeClr val="dk1"/>
                </a:solidFill>
              </a:rPr>
              <a:t>toredData;</a:t>
            </a:r>
            <a:endParaRPr sz="2100"/>
          </a:p>
          <a:p>
            <a:pPr marL="0" lvl="0" indent="0" algn="l" rtl="0">
              <a:spcBef>
                <a:spcPts val="0"/>
              </a:spcBef>
              <a:spcAft>
                <a:spcPts val="0"/>
              </a:spcAft>
              <a:buNone/>
            </a:pPr>
            <a:r>
              <a:rPr lang="en-US" sz="2200"/>
              <a:t>   function x() public returns (uint) {</a:t>
            </a:r>
            <a:endParaRPr sz="2200"/>
          </a:p>
          <a:p>
            <a:pPr marL="0" lvl="0" indent="0" algn="l" rtl="0">
              <a:spcBef>
                <a:spcPts val="0"/>
              </a:spcBef>
              <a:spcAft>
                <a:spcPts val="0"/>
              </a:spcAft>
              <a:buNone/>
            </a:pPr>
            <a:r>
              <a:rPr lang="en-US" sz="2200"/>
              <a:t>      data = 3; // internal access</a:t>
            </a:r>
            <a:endParaRPr sz="2200"/>
          </a:p>
          <a:p>
            <a:pPr marL="0" lvl="0" indent="0" algn="l" rtl="0">
              <a:spcBef>
                <a:spcPts val="0"/>
              </a:spcBef>
              <a:spcAft>
                <a:spcPts val="0"/>
              </a:spcAft>
              <a:buNone/>
            </a:pPr>
            <a:r>
              <a:rPr lang="en-US" sz="2200"/>
              <a:t>      return data;</a:t>
            </a:r>
            <a:endParaRPr sz="2200"/>
          </a:p>
          <a:p>
            <a:pPr marL="0" lvl="0" indent="0" algn="l" rtl="0">
              <a:spcBef>
                <a:spcPts val="0"/>
              </a:spcBef>
              <a:spcAft>
                <a:spcPts val="0"/>
              </a:spcAft>
              <a:buNone/>
            </a:pPr>
            <a:r>
              <a:rPr lang="en-US" sz="2200"/>
              <a:t>   }</a:t>
            </a:r>
            <a:endParaRPr sz="2200"/>
          </a:p>
          <a:p>
            <a:pPr marL="0" lvl="0" indent="0" algn="l" rtl="0">
              <a:spcBef>
                <a:spcPts val="0"/>
              </a:spcBef>
              <a:spcAft>
                <a:spcPts val="0"/>
              </a:spcAft>
              <a:buNone/>
            </a:pPr>
            <a:r>
              <a:rPr lang="en-US" sz="2200"/>
              <a:t>}</a:t>
            </a:r>
            <a:endParaRPr sz="2200"/>
          </a:p>
          <a:p>
            <a:pPr marL="0" lvl="0" indent="0" algn="l" rtl="0">
              <a:spcBef>
                <a:spcPts val="0"/>
              </a:spcBef>
              <a:spcAft>
                <a:spcPts val="0"/>
              </a:spcAft>
              <a:buNone/>
            </a:pPr>
            <a:r>
              <a:rPr lang="en-US" sz="2200"/>
              <a:t>contract Caller {</a:t>
            </a:r>
            <a:endParaRPr sz="2200"/>
          </a:p>
          <a:p>
            <a:pPr marL="0" lvl="0" indent="0" algn="l" rtl="0">
              <a:spcBef>
                <a:spcPts val="0"/>
              </a:spcBef>
              <a:spcAft>
                <a:spcPts val="0"/>
              </a:spcAft>
              <a:buNone/>
            </a:pPr>
            <a:r>
              <a:rPr lang="en-US" sz="2200"/>
              <a:t>   C c = new C();</a:t>
            </a:r>
            <a:endParaRPr sz="2200"/>
          </a:p>
          <a:p>
            <a:pPr marL="0" lvl="0" indent="0" algn="l" rtl="0">
              <a:spcBef>
                <a:spcPts val="0"/>
              </a:spcBef>
              <a:spcAft>
                <a:spcPts val="0"/>
              </a:spcAft>
              <a:buNone/>
            </a:pPr>
            <a:r>
              <a:rPr lang="en-US" sz="2200"/>
              <a:t>   function f() public view returns (uint) {</a:t>
            </a:r>
            <a:endParaRPr sz="2200"/>
          </a:p>
          <a:p>
            <a:pPr marL="0" lvl="0" indent="0" algn="l" rtl="0">
              <a:spcBef>
                <a:spcPts val="0"/>
              </a:spcBef>
              <a:spcAft>
                <a:spcPts val="0"/>
              </a:spcAft>
              <a:buNone/>
            </a:pPr>
            <a:r>
              <a:rPr lang="en-US" sz="2200"/>
              <a:t>      return c.data(); //external access</a:t>
            </a:r>
            <a:endParaRPr sz="2200"/>
          </a:p>
          <a:p>
            <a:pPr marL="0" lvl="0" indent="0" algn="l" rtl="0">
              <a:spcBef>
                <a:spcPts val="0"/>
              </a:spcBef>
              <a:spcAft>
                <a:spcPts val="0"/>
              </a:spcAft>
              <a:buNone/>
            </a:pPr>
            <a:r>
              <a:rPr lang="en-US" sz="2200"/>
              <a:t>   }</a:t>
            </a:r>
            <a:endParaRPr sz="2200"/>
          </a:p>
          <a:p>
            <a:pPr marL="0" lvl="0" indent="0" algn="l" rtl="0">
              <a:spcBef>
                <a:spcPts val="0"/>
              </a:spcBef>
              <a:spcAft>
                <a:spcPts val="0"/>
              </a:spcAft>
              <a:buNone/>
            </a:pPr>
            <a:r>
              <a:rPr lang="en-US" sz="2200"/>
              <a:t>}</a:t>
            </a:r>
            <a:endParaRPr sz="2200"/>
          </a:p>
          <a:p>
            <a:pPr marL="0" lvl="0" indent="0" algn="l" rtl="0">
              <a:spcBef>
                <a:spcPts val="0"/>
              </a:spcBef>
              <a:spcAft>
                <a:spcPts val="0"/>
              </a:spcAft>
              <a:buNone/>
            </a:pPr>
            <a:endParaRPr sz="2200"/>
          </a:p>
        </p:txBody>
      </p:sp>
      <p:sp>
        <p:nvSpPr>
          <p:cNvPr id="290" name="Google Shape;290;p34"/>
          <p:cNvSpPr txBox="1"/>
          <p:nvPr/>
        </p:nvSpPr>
        <p:spPr>
          <a:xfrm>
            <a:off x="6321900" y="230850"/>
            <a:ext cx="5825400" cy="514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solidFill>
                  <a:schemeClr val="dk1"/>
                </a:solidFill>
              </a:rPr>
              <a:t>contract D is C {</a:t>
            </a:r>
            <a:endParaRPr sz="2300">
              <a:solidFill>
                <a:schemeClr val="dk1"/>
              </a:solidFill>
            </a:endParaRPr>
          </a:p>
          <a:p>
            <a:pPr marL="0" lvl="0" indent="0" algn="l" rtl="0">
              <a:spcBef>
                <a:spcPts val="0"/>
              </a:spcBef>
              <a:spcAft>
                <a:spcPts val="0"/>
              </a:spcAft>
              <a:buNone/>
            </a:pPr>
            <a:r>
              <a:rPr lang="en-US" sz="2300">
                <a:solidFill>
                  <a:schemeClr val="dk1"/>
                </a:solidFill>
              </a:rPr>
              <a:t>   function y() public returns (uint) {</a:t>
            </a:r>
            <a:endParaRPr sz="2300">
              <a:solidFill>
                <a:schemeClr val="dk1"/>
              </a:solidFill>
            </a:endParaRPr>
          </a:p>
          <a:p>
            <a:pPr marL="0" lvl="0" indent="0" algn="l" rtl="0">
              <a:spcBef>
                <a:spcPts val="0"/>
              </a:spcBef>
              <a:spcAft>
                <a:spcPts val="0"/>
              </a:spcAft>
              <a:buNone/>
            </a:pPr>
            <a:r>
              <a:rPr lang="en-US" sz="2300">
                <a:solidFill>
                  <a:schemeClr val="dk1"/>
                </a:solidFill>
              </a:rPr>
              <a:t>      iData = 3; // internal access</a:t>
            </a:r>
            <a:endParaRPr sz="2300">
              <a:solidFill>
                <a:schemeClr val="dk1"/>
              </a:solidFill>
            </a:endParaRPr>
          </a:p>
          <a:p>
            <a:pPr marL="0" lvl="0" indent="0" algn="l" rtl="0">
              <a:spcBef>
                <a:spcPts val="0"/>
              </a:spcBef>
              <a:spcAft>
                <a:spcPts val="0"/>
              </a:spcAft>
              <a:buNone/>
            </a:pPr>
            <a:r>
              <a:rPr lang="en-US" sz="2300">
                <a:solidFill>
                  <a:schemeClr val="dk1"/>
                </a:solidFill>
              </a:rPr>
              <a:t>      return iData;</a:t>
            </a:r>
            <a:endParaRPr sz="2300">
              <a:solidFill>
                <a:schemeClr val="dk1"/>
              </a:solidFill>
            </a:endParaRPr>
          </a:p>
          <a:p>
            <a:pPr marL="0" lvl="0" indent="0" algn="l" rtl="0">
              <a:spcBef>
                <a:spcPts val="0"/>
              </a:spcBef>
              <a:spcAft>
                <a:spcPts val="0"/>
              </a:spcAft>
              <a:buNone/>
            </a:pPr>
            <a:r>
              <a:rPr lang="en-US" sz="2300">
                <a:solidFill>
                  <a:schemeClr val="dk1"/>
                </a:solidFill>
              </a:rPr>
              <a:t>   }</a:t>
            </a:r>
            <a:endParaRPr sz="2300">
              <a:solidFill>
                <a:schemeClr val="dk1"/>
              </a:solidFill>
            </a:endParaRPr>
          </a:p>
          <a:p>
            <a:pPr marL="0" lvl="0" indent="0" algn="l" rtl="0">
              <a:spcBef>
                <a:spcPts val="0"/>
              </a:spcBef>
              <a:spcAft>
                <a:spcPts val="0"/>
              </a:spcAft>
              <a:buNone/>
            </a:pPr>
            <a:r>
              <a:rPr lang="en-US" sz="2300">
                <a:solidFill>
                  <a:schemeClr val="dk1"/>
                </a:solidFill>
              </a:rPr>
              <a:t>   function getResult() public view returns(uint){</a:t>
            </a:r>
            <a:endParaRPr sz="2300">
              <a:solidFill>
                <a:schemeClr val="dk1"/>
              </a:solidFill>
            </a:endParaRPr>
          </a:p>
          <a:p>
            <a:pPr marL="0" lvl="0" indent="0" algn="l" rtl="0">
              <a:spcBef>
                <a:spcPts val="0"/>
              </a:spcBef>
              <a:spcAft>
                <a:spcPts val="0"/>
              </a:spcAft>
              <a:buNone/>
            </a:pPr>
            <a:r>
              <a:rPr lang="en-US" sz="2300">
                <a:solidFill>
                  <a:schemeClr val="dk1"/>
                </a:solidFill>
              </a:rPr>
              <a:t>      uint a = 1; // local variable</a:t>
            </a:r>
            <a:endParaRPr sz="2300">
              <a:solidFill>
                <a:schemeClr val="dk1"/>
              </a:solidFill>
            </a:endParaRPr>
          </a:p>
          <a:p>
            <a:pPr marL="0" lvl="0" indent="0" algn="l" rtl="0">
              <a:spcBef>
                <a:spcPts val="0"/>
              </a:spcBef>
              <a:spcAft>
                <a:spcPts val="0"/>
              </a:spcAft>
              <a:buNone/>
            </a:pPr>
            <a:r>
              <a:rPr lang="en-US" sz="2300">
                <a:solidFill>
                  <a:schemeClr val="dk1"/>
                </a:solidFill>
              </a:rPr>
              <a:t>      uint b = 2;</a:t>
            </a:r>
            <a:endParaRPr sz="2300">
              <a:solidFill>
                <a:schemeClr val="dk1"/>
              </a:solidFill>
            </a:endParaRPr>
          </a:p>
          <a:p>
            <a:pPr marL="0" lvl="0" indent="0" algn="l" rtl="0">
              <a:spcBef>
                <a:spcPts val="0"/>
              </a:spcBef>
              <a:spcAft>
                <a:spcPts val="0"/>
              </a:spcAft>
              <a:buNone/>
            </a:pPr>
            <a:r>
              <a:rPr lang="en-US" sz="2300">
                <a:solidFill>
                  <a:schemeClr val="dk1"/>
                </a:solidFill>
              </a:rPr>
              <a:t>      uint result = a + b;</a:t>
            </a:r>
            <a:endParaRPr sz="2300">
              <a:solidFill>
                <a:schemeClr val="dk1"/>
              </a:solidFill>
            </a:endParaRPr>
          </a:p>
          <a:p>
            <a:pPr marL="0" lvl="0" indent="0" algn="l" rtl="0">
              <a:spcBef>
                <a:spcPts val="0"/>
              </a:spcBef>
              <a:spcAft>
                <a:spcPts val="0"/>
              </a:spcAft>
              <a:buNone/>
            </a:pPr>
            <a:r>
              <a:rPr lang="en-US" sz="2300">
                <a:solidFill>
                  <a:schemeClr val="dk1"/>
                </a:solidFill>
              </a:rPr>
              <a:t>      return storedData; //access the state variable</a:t>
            </a:r>
            <a:endParaRPr sz="2300">
              <a:solidFill>
                <a:schemeClr val="dk1"/>
              </a:solidFill>
            </a:endParaRPr>
          </a:p>
          <a:p>
            <a:pPr marL="0" lvl="0" indent="0" algn="l" rtl="0">
              <a:spcBef>
                <a:spcPts val="0"/>
              </a:spcBef>
              <a:spcAft>
                <a:spcPts val="0"/>
              </a:spcAft>
              <a:buNone/>
            </a:pPr>
            <a:r>
              <a:rPr lang="en-US" sz="2300">
                <a:solidFill>
                  <a:schemeClr val="dk1"/>
                </a:solidFill>
              </a:rPr>
              <a:t>   }</a:t>
            </a:r>
            <a:endParaRPr sz="2300">
              <a:solidFill>
                <a:schemeClr val="dk1"/>
              </a:solidFill>
            </a:endParaRPr>
          </a:p>
          <a:p>
            <a:pPr marL="0" lvl="0" indent="0" algn="l" rtl="0">
              <a:spcBef>
                <a:spcPts val="0"/>
              </a:spcBef>
              <a:spcAft>
                <a:spcPts val="0"/>
              </a:spcAft>
              <a:buNone/>
            </a:pPr>
            <a:r>
              <a:rPr lang="en-US" sz="2300">
                <a:solidFill>
                  <a:schemeClr val="dk1"/>
                </a:solidFill>
              </a:rPr>
              <a:t>}</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5"/>
          <p:cNvSpPr txBox="1"/>
          <p:nvPr/>
        </p:nvSpPr>
        <p:spPr>
          <a:xfrm>
            <a:off x="183900" y="1826500"/>
            <a:ext cx="12433800" cy="4340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700"/>
              <a:t>What is an Operator?</a:t>
            </a:r>
            <a:endParaRPr sz="2700"/>
          </a:p>
          <a:p>
            <a:pPr marL="0" lvl="0" indent="0" algn="l" rtl="0">
              <a:spcBef>
                <a:spcPts val="0"/>
              </a:spcBef>
              <a:spcAft>
                <a:spcPts val="0"/>
              </a:spcAft>
              <a:buNone/>
            </a:pPr>
            <a:r>
              <a:rPr lang="en-US" sz="2700"/>
              <a:t>Let us take a simple expression 4 + 5 is equal to 9. Here 4 and 5 are called operands and '+' is called the operator. Solidity supports the following types of operators.</a:t>
            </a:r>
            <a:endParaRPr sz="2700"/>
          </a:p>
          <a:p>
            <a:pPr marL="0" lvl="0" indent="0" algn="l" rtl="0">
              <a:spcBef>
                <a:spcPts val="0"/>
              </a:spcBef>
              <a:spcAft>
                <a:spcPts val="0"/>
              </a:spcAft>
              <a:buNone/>
            </a:pPr>
            <a:endParaRPr sz="2700"/>
          </a:p>
          <a:p>
            <a:pPr marL="457200" lvl="0" indent="-400050" algn="l" rtl="0">
              <a:spcBef>
                <a:spcPts val="0"/>
              </a:spcBef>
              <a:spcAft>
                <a:spcPts val="0"/>
              </a:spcAft>
              <a:buSzPts val="2700"/>
              <a:buAutoNum type="arabicPeriod"/>
            </a:pPr>
            <a:r>
              <a:rPr lang="en-US" sz="2700"/>
              <a:t>Arithmetic Operators</a:t>
            </a:r>
            <a:endParaRPr sz="2700"/>
          </a:p>
          <a:p>
            <a:pPr marL="457200" lvl="0" indent="-400050" algn="l" rtl="0">
              <a:spcBef>
                <a:spcPts val="0"/>
              </a:spcBef>
              <a:spcAft>
                <a:spcPts val="0"/>
              </a:spcAft>
              <a:buSzPts val="2700"/>
              <a:buAutoNum type="arabicPeriod"/>
            </a:pPr>
            <a:r>
              <a:rPr lang="en-US" sz="2700"/>
              <a:t>Comparison Operators</a:t>
            </a:r>
            <a:endParaRPr sz="2700"/>
          </a:p>
          <a:p>
            <a:pPr marL="457200" lvl="0" indent="-400050" algn="l" rtl="0">
              <a:spcBef>
                <a:spcPts val="0"/>
              </a:spcBef>
              <a:spcAft>
                <a:spcPts val="0"/>
              </a:spcAft>
              <a:buSzPts val="2700"/>
              <a:buAutoNum type="arabicPeriod"/>
            </a:pPr>
            <a:r>
              <a:rPr lang="en-US" sz="2700"/>
              <a:t>Logical (or Relational) Operators</a:t>
            </a:r>
            <a:endParaRPr sz="2700"/>
          </a:p>
          <a:p>
            <a:pPr marL="457200" lvl="0" indent="-400050" algn="l" rtl="0">
              <a:spcBef>
                <a:spcPts val="0"/>
              </a:spcBef>
              <a:spcAft>
                <a:spcPts val="0"/>
              </a:spcAft>
              <a:buSzPts val="2700"/>
              <a:buAutoNum type="arabicPeriod"/>
            </a:pPr>
            <a:r>
              <a:rPr lang="en-US" sz="2700"/>
              <a:t>Assignment Operators</a:t>
            </a:r>
            <a:endParaRPr sz="2700"/>
          </a:p>
          <a:p>
            <a:pPr marL="457200" lvl="0" indent="-400050" algn="l" rtl="0">
              <a:spcBef>
                <a:spcPts val="0"/>
              </a:spcBef>
              <a:spcAft>
                <a:spcPts val="0"/>
              </a:spcAft>
              <a:buSzPts val="2700"/>
              <a:buAutoNum type="arabicPeriod"/>
            </a:pPr>
            <a:r>
              <a:rPr lang="en-US" sz="2700"/>
              <a:t>Conditional (or ternary) Operators</a:t>
            </a:r>
            <a:endParaRPr sz="2700"/>
          </a:p>
        </p:txBody>
      </p:sp>
      <p:sp>
        <p:nvSpPr>
          <p:cNvPr id="296" name="Google Shape;296;p35"/>
          <p:cNvSpPr txBox="1"/>
          <p:nvPr/>
        </p:nvSpPr>
        <p:spPr>
          <a:xfrm>
            <a:off x="3762650" y="420175"/>
            <a:ext cx="3896400" cy="908100"/>
          </a:xfrm>
          <a:prstGeom prst="rect">
            <a:avLst/>
          </a:prstGeom>
          <a:noFill/>
          <a:ln>
            <a:noFill/>
          </a:ln>
        </p:spPr>
        <p:txBody>
          <a:bodyPr spcFirstLastPara="1" wrap="square" lIns="91425" tIns="91425" rIns="91425" bIns="91425" anchor="t" anchorCtr="0">
            <a:spAutoFit/>
          </a:bodyPr>
          <a:lstStyle/>
          <a:p>
            <a:pPr marL="0" lvl="0" indent="0" algn="ctr" rtl="0">
              <a:lnSpc>
                <a:spcPct val="125000"/>
              </a:lnSpc>
              <a:spcBef>
                <a:spcPts val="0"/>
              </a:spcBef>
              <a:spcAft>
                <a:spcPts val="0"/>
              </a:spcAft>
              <a:buNone/>
            </a:pPr>
            <a:r>
              <a:rPr lang="en-US" sz="4700" b="1">
                <a:solidFill>
                  <a:srgbClr val="303030"/>
                </a:solidFill>
              </a:rPr>
              <a:t>Operators</a:t>
            </a:r>
            <a:endParaRPr sz="4700" b="1">
              <a:solidFill>
                <a:srgbClr val="30303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6"/>
          <p:cNvSpPr txBox="1"/>
          <p:nvPr/>
        </p:nvSpPr>
        <p:spPr>
          <a:xfrm>
            <a:off x="193350" y="0"/>
            <a:ext cx="12414900" cy="203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t>Arithmetic Operators</a:t>
            </a:r>
            <a:endParaRPr sz="3000" b="1"/>
          </a:p>
          <a:p>
            <a:pPr marL="0" lvl="0" indent="0" algn="l" rtl="0">
              <a:spcBef>
                <a:spcPts val="0"/>
              </a:spcBef>
              <a:spcAft>
                <a:spcPts val="0"/>
              </a:spcAft>
              <a:buNone/>
            </a:pPr>
            <a:r>
              <a:rPr lang="en-US" sz="3000"/>
              <a:t>Solidity supports the following arithmetic operators −</a:t>
            </a:r>
            <a:endParaRPr sz="3000"/>
          </a:p>
          <a:p>
            <a:pPr marL="0" lvl="0" indent="0" algn="l" rtl="0">
              <a:spcBef>
                <a:spcPts val="0"/>
              </a:spcBef>
              <a:spcAft>
                <a:spcPts val="0"/>
              </a:spcAft>
              <a:buNone/>
            </a:pPr>
            <a:endParaRPr sz="3000"/>
          </a:p>
          <a:p>
            <a:pPr marL="0" lvl="0" indent="0" algn="l" rtl="0">
              <a:spcBef>
                <a:spcPts val="0"/>
              </a:spcBef>
              <a:spcAft>
                <a:spcPts val="0"/>
              </a:spcAft>
              <a:buNone/>
            </a:pPr>
            <a:r>
              <a:rPr lang="en-US" sz="3000"/>
              <a:t>Assume variable A holds 10 and variable B holds 20, then −</a:t>
            </a:r>
            <a:endParaRPr sz="3000"/>
          </a:p>
        </p:txBody>
      </p:sp>
      <p:sp>
        <p:nvSpPr>
          <p:cNvPr id="302" name="Google Shape;302;p36"/>
          <p:cNvSpPr txBox="1"/>
          <p:nvPr/>
        </p:nvSpPr>
        <p:spPr>
          <a:xfrm>
            <a:off x="193350" y="2807675"/>
            <a:ext cx="3779400" cy="258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t>1	</a:t>
            </a:r>
            <a:endParaRPr sz="2600" b="1"/>
          </a:p>
          <a:p>
            <a:pPr marL="0" lvl="0" indent="0" algn="l" rtl="0">
              <a:spcBef>
                <a:spcPts val="0"/>
              </a:spcBef>
              <a:spcAft>
                <a:spcPts val="0"/>
              </a:spcAft>
              <a:buNone/>
            </a:pPr>
            <a:r>
              <a:rPr lang="en-US" sz="2600" b="1"/>
              <a:t>+ (Addition)</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Adds two operands</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Ex: A + B will give 30</a:t>
            </a:r>
            <a:endParaRPr sz="2600" b="1"/>
          </a:p>
        </p:txBody>
      </p:sp>
      <p:sp>
        <p:nvSpPr>
          <p:cNvPr id="303" name="Google Shape;303;p36"/>
          <p:cNvSpPr txBox="1"/>
          <p:nvPr/>
        </p:nvSpPr>
        <p:spPr>
          <a:xfrm>
            <a:off x="3972750" y="2693075"/>
            <a:ext cx="3779400" cy="298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t>2	</a:t>
            </a:r>
            <a:endParaRPr sz="2600" b="1"/>
          </a:p>
          <a:p>
            <a:pPr marL="0" lvl="0" indent="0" algn="l" rtl="0">
              <a:spcBef>
                <a:spcPts val="0"/>
              </a:spcBef>
              <a:spcAft>
                <a:spcPts val="0"/>
              </a:spcAft>
              <a:buNone/>
            </a:pPr>
            <a:r>
              <a:rPr lang="en-US" sz="2600" b="1"/>
              <a:t>- (Subtraction)</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Subtracts the second operand from the first</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Ex: A - B will give -10</a:t>
            </a:r>
            <a:endParaRPr sz="2600" b="1"/>
          </a:p>
        </p:txBody>
      </p:sp>
      <p:sp>
        <p:nvSpPr>
          <p:cNvPr id="304" name="Google Shape;304;p36"/>
          <p:cNvSpPr txBox="1"/>
          <p:nvPr/>
        </p:nvSpPr>
        <p:spPr>
          <a:xfrm>
            <a:off x="7752150" y="2693075"/>
            <a:ext cx="4357200" cy="258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t>3	</a:t>
            </a:r>
            <a:endParaRPr sz="2600" b="1"/>
          </a:p>
          <a:p>
            <a:pPr marL="0" lvl="0" indent="0" algn="l" rtl="0">
              <a:spcBef>
                <a:spcPts val="0"/>
              </a:spcBef>
              <a:spcAft>
                <a:spcPts val="0"/>
              </a:spcAft>
              <a:buNone/>
            </a:pPr>
            <a:r>
              <a:rPr lang="en-US" sz="2600" b="1"/>
              <a:t>* (Multiplication)</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Multiply both operands</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Ex: A * B will give 200</a:t>
            </a:r>
            <a:endParaRPr sz="2600"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7"/>
          <p:cNvSpPr txBox="1"/>
          <p:nvPr/>
        </p:nvSpPr>
        <p:spPr>
          <a:xfrm>
            <a:off x="362900" y="267400"/>
            <a:ext cx="3520500" cy="298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t>4	</a:t>
            </a:r>
            <a:endParaRPr sz="2600" b="1"/>
          </a:p>
          <a:p>
            <a:pPr marL="0" lvl="0" indent="0" algn="l" rtl="0">
              <a:spcBef>
                <a:spcPts val="0"/>
              </a:spcBef>
              <a:spcAft>
                <a:spcPts val="0"/>
              </a:spcAft>
              <a:buNone/>
            </a:pPr>
            <a:r>
              <a:rPr lang="en-US" sz="2600" b="1"/>
              <a:t>/ (Division)</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Divide the numerator by the denominator</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Ex: B / A will give 2</a:t>
            </a:r>
            <a:endParaRPr sz="2600" b="1"/>
          </a:p>
        </p:txBody>
      </p:sp>
      <p:sp>
        <p:nvSpPr>
          <p:cNvPr id="310" name="Google Shape;310;p37"/>
          <p:cNvSpPr txBox="1"/>
          <p:nvPr/>
        </p:nvSpPr>
        <p:spPr>
          <a:xfrm>
            <a:off x="7385496" y="267400"/>
            <a:ext cx="4570800" cy="298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t>5	</a:t>
            </a:r>
            <a:endParaRPr sz="2600" b="1"/>
          </a:p>
          <a:p>
            <a:pPr marL="0" lvl="0" indent="0" algn="l" rtl="0">
              <a:spcBef>
                <a:spcPts val="0"/>
              </a:spcBef>
              <a:spcAft>
                <a:spcPts val="0"/>
              </a:spcAft>
              <a:buNone/>
            </a:pPr>
            <a:r>
              <a:rPr lang="en-US" sz="2600" b="1"/>
              <a:t>% (Modulus)</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Outputs the remainder of an integer division</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Ex: B % A will give 0</a:t>
            </a:r>
            <a:endParaRPr sz="2600" b="1"/>
          </a:p>
        </p:txBody>
      </p:sp>
      <p:sp>
        <p:nvSpPr>
          <p:cNvPr id="311" name="Google Shape;311;p37"/>
          <p:cNvSpPr txBox="1"/>
          <p:nvPr/>
        </p:nvSpPr>
        <p:spPr>
          <a:xfrm>
            <a:off x="519795" y="4010950"/>
            <a:ext cx="3520500" cy="298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t>6	</a:t>
            </a:r>
            <a:endParaRPr sz="2600" b="1"/>
          </a:p>
          <a:p>
            <a:pPr marL="0" lvl="0" indent="0" algn="l" rtl="0">
              <a:spcBef>
                <a:spcPts val="0"/>
              </a:spcBef>
              <a:spcAft>
                <a:spcPts val="0"/>
              </a:spcAft>
              <a:buNone/>
            </a:pPr>
            <a:r>
              <a:rPr lang="en-US" sz="2600" b="1"/>
              <a:t>++ (Increment)</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Increases an integer value by one</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Ex: A++ will give 11</a:t>
            </a:r>
            <a:endParaRPr sz="2600" b="1"/>
          </a:p>
        </p:txBody>
      </p:sp>
      <p:sp>
        <p:nvSpPr>
          <p:cNvPr id="312" name="Google Shape;312;p37"/>
          <p:cNvSpPr txBox="1"/>
          <p:nvPr/>
        </p:nvSpPr>
        <p:spPr>
          <a:xfrm>
            <a:off x="7614687" y="4135100"/>
            <a:ext cx="3520500" cy="298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t>7	</a:t>
            </a:r>
            <a:endParaRPr sz="2600" b="1"/>
          </a:p>
          <a:p>
            <a:pPr marL="0" lvl="0" indent="0" algn="l" rtl="0">
              <a:spcBef>
                <a:spcPts val="0"/>
              </a:spcBef>
              <a:spcAft>
                <a:spcPts val="0"/>
              </a:spcAft>
              <a:buNone/>
            </a:pPr>
            <a:r>
              <a:rPr lang="en-US" sz="2600" b="1"/>
              <a:t>-- (Decrement)</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Decreases an integer value by one</a:t>
            </a:r>
            <a:endParaRPr sz="2600" b="1"/>
          </a:p>
          <a:p>
            <a:pPr marL="0" lvl="0" indent="0" algn="l" rtl="0">
              <a:spcBef>
                <a:spcPts val="0"/>
              </a:spcBef>
              <a:spcAft>
                <a:spcPts val="0"/>
              </a:spcAft>
              <a:buNone/>
            </a:pPr>
            <a:endParaRPr sz="2600" b="1"/>
          </a:p>
          <a:p>
            <a:pPr marL="0" lvl="0" indent="0" algn="l" rtl="0">
              <a:spcBef>
                <a:spcPts val="0"/>
              </a:spcBef>
              <a:spcAft>
                <a:spcPts val="0"/>
              </a:spcAft>
              <a:buNone/>
            </a:pPr>
            <a:r>
              <a:rPr lang="en-US" sz="2600" b="1"/>
              <a:t>Ex: A-- will give 9</a:t>
            </a:r>
            <a:endParaRPr sz="2600" b="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8"/>
          <p:cNvSpPr txBox="1"/>
          <p:nvPr/>
        </p:nvSpPr>
        <p:spPr>
          <a:xfrm>
            <a:off x="350800" y="272825"/>
            <a:ext cx="11689200" cy="628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300" b="1"/>
              <a:t>pragma solidity ^0.5.0;</a:t>
            </a:r>
            <a:endParaRPr sz="3300" b="1"/>
          </a:p>
          <a:p>
            <a:pPr marL="0" lvl="0" indent="0" algn="l" rtl="0">
              <a:spcBef>
                <a:spcPts val="0"/>
              </a:spcBef>
              <a:spcAft>
                <a:spcPts val="0"/>
              </a:spcAft>
              <a:buNone/>
            </a:pPr>
            <a:endParaRPr sz="3300" b="1"/>
          </a:p>
          <a:p>
            <a:pPr marL="0" lvl="0" indent="0" algn="l" rtl="0">
              <a:spcBef>
                <a:spcPts val="0"/>
              </a:spcBef>
              <a:spcAft>
                <a:spcPts val="0"/>
              </a:spcAft>
              <a:buNone/>
            </a:pPr>
            <a:r>
              <a:rPr lang="en-US" sz="3300" b="1"/>
              <a:t>contract SolidityTest {</a:t>
            </a:r>
            <a:endParaRPr sz="3300" b="1"/>
          </a:p>
          <a:p>
            <a:pPr marL="0" lvl="0" indent="0" algn="l" rtl="0">
              <a:spcBef>
                <a:spcPts val="0"/>
              </a:spcBef>
              <a:spcAft>
                <a:spcPts val="0"/>
              </a:spcAft>
              <a:buNone/>
            </a:pPr>
            <a:r>
              <a:rPr lang="en-US" sz="3300" b="1"/>
              <a:t>   constructor() public{</a:t>
            </a:r>
            <a:endParaRPr sz="3300" b="1"/>
          </a:p>
          <a:p>
            <a:pPr marL="0" lvl="0" indent="0" algn="l" rtl="0">
              <a:spcBef>
                <a:spcPts val="0"/>
              </a:spcBef>
              <a:spcAft>
                <a:spcPts val="0"/>
              </a:spcAft>
              <a:buNone/>
            </a:pPr>
            <a:r>
              <a:rPr lang="en-US" sz="3300" b="1"/>
              <a:t>   }</a:t>
            </a:r>
            <a:endParaRPr sz="3300" b="1"/>
          </a:p>
          <a:p>
            <a:pPr marL="0" lvl="0" indent="0" algn="l" rtl="0">
              <a:spcBef>
                <a:spcPts val="0"/>
              </a:spcBef>
              <a:spcAft>
                <a:spcPts val="0"/>
              </a:spcAft>
              <a:buNone/>
            </a:pPr>
            <a:r>
              <a:rPr lang="en-US" sz="3300" b="1"/>
              <a:t>   function getResult() public view returns(uint){</a:t>
            </a:r>
            <a:endParaRPr sz="3300" b="1"/>
          </a:p>
          <a:p>
            <a:pPr marL="0" lvl="0" indent="0" algn="l" rtl="0">
              <a:spcBef>
                <a:spcPts val="0"/>
              </a:spcBef>
              <a:spcAft>
                <a:spcPts val="0"/>
              </a:spcAft>
              <a:buNone/>
            </a:pPr>
            <a:r>
              <a:rPr lang="en-US" sz="3300" b="1"/>
              <a:t>      uint a = 1; </a:t>
            </a:r>
            <a:endParaRPr sz="3300" b="1"/>
          </a:p>
          <a:p>
            <a:pPr marL="0" lvl="0" indent="0" algn="l" rtl="0">
              <a:spcBef>
                <a:spcPts val="0"/>
              </a:spcBef>
              <a:spcAft>
                <a:spcPts val="0"/>
              </a:spcAft>
              <a:buNone/>
            </a:pPr>
            <a:r>
              <a:rPr lang="en-US" sz="3300" b="1"/>
              <a:t>      uint b = 2;</a:t>
            </a:r>
            <a:endParaRPr sz="3300" b="1"/>
          </a:p>
          <a:p>
            <a:pPr marL="0" lvl="0" indent="0" algn="l" rtl="0">
              <a:spcBef>
                <a:spcPts val="0"/>
              </a:spcBef>
              <a:spcAft>
                <a:spcPts val="0"/>
              </a:spcAft>
              <a:buNone/>
            </a:pPr>
            <a:r>
              <a:rPr lang="en-US" sz="3300" b="1"/>
              <a:t>      uint result = a + b; //arithmetic operation</a:t>
            </a:r>
            <a:endParaRPr sz="3300" b="1"/>
          </a:p>
          <a:p>
            <a:pPr marL="0" lvl="0" indent="0" algn="l" rtl="0">
              <a:spcBef>
                <a:spcPts val="0"/>
              </a:spcBef>
              <a:spcAft>
                <a:spcPts val="0"/>
              </a:spcAft>
              <a:buNone/>
            </a:pPr>
            <a:r>
              <a:rPr lang="en-US" sz="3300" b="1"/>
              <a:t>      return result; </a:t>
            </a:r>
            <a:endParaRPr sz="3300" b="1"/>
          </a:p>
          <a:p>
            <a:pPr marL="0" lvl="0" indent="0" algn="l" rtl="0">
              <a:spcBef>
                <a:spcPts val="0"/>
              </a:spcBef>
              <a:spcAft>
                <a:spcPts val="0"/>
              </a:spcAft>
              <a:buNone/>
            </a:pPr>
            <a:r>
              <a:rPr lang="en-US" sz="3300" b="1"/>
              <a:t>   }</a:t>
            </a:r>
            <a:endParaRPr sz="3300" b="1"/>
          </a:p>
          <a:p>
            <a:pPr marL="0" lvl="0" indent="0" algn="l" rtl="0">
              <a:spcBef>
                <a:spcPts val="0"/>
              </a:spcBef>
              <a:spcAft>
                <a:spcPts val="0"/>
              </a:spcAft>
              <a:buNone/>
            </a:pPr>
            <a:r>
              <a:rPr lang="en-US" sz="3300" b="1"/>
              <a:t>}</a:t>
            </a:r>
            <a:endParaRPr sz="3300"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9"/>
          <p:cNvSpPr txBox="1"/>
          <p:nvPr/>
        </p:nvSpPr>
        <p:spPr>
          <a:xfrm>
            <a:off x="0" y="0"/>
            <a:ext cx="12319200" cy="1708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700" b="1"/>
              <a:t>Comparison Operators</a:t>
            </a:r>
            <a:endParaRPr sz="2700" b="1"/>
          </a:p>
          <a:p>
            <a:pPr marL="0" lvl="0" indent="0" algn="l" rtl="0">
              <a:spcBef>
                <a:spcPts val="0"/>
              </a:spcBef>
              <a:spcAft>
                <a:spcPts val="0"/>
              </a:spcAft>
              <a:buNone/>
            </a:pPr>
            <a:r>
              <a:rPr lang="en-US" sz="2400"/>
              <a:t>Solidity supports the following comparison operators −</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a:t>Assume variable A holds 10 and variable B holds 20, then −</a:t>
            </a:r>
            <a:endParaRPr sz="2400"/>
          </a:p>
        </p:txBody>
      </p:sp>
      <p:sp>
        <p:nvSpPr>
          <p:cNvPr id="323" name="Google Shape;323;p39"/>
          <p:cNvSpPr txBox="1"/>
          <p:nvPr/>
        </p:nvSpPr>
        <p:spPr>
          <a:xfrm>
            <a:off x="133700" y="2177375"/>
            <a:ext cx="5290500" cy="3140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t>1	</a:t>
            </a:r>
            <a:endParaRPr sz="2400" b="1"/>
          </a:p>
          <a:p>
            <a:pPr marL="0" lvl="0" indent="0" algn="l" rtl="0">
              <a:spcBef>
                <a:spcPts val="0"/>
              </a:spcBef>
              <a:spcAft>
                <a:spcPts val="0"/>
              </a:spcAft>
              <a:buNone/>
            </a:pPr>
            <a:r>
              <a:rPr lang="en-US" sz="2400" b="1"/>
              <a:t>= = (Equal)</a:t>
            </a:r>
            <a:endParaRPr sz="2400" b="1"/>
          </a:p>
          <a:p>
            <a:pPr marL="0" lvl="0" indent="0" algn="l" rtl="0">
              <a:spcBef>
                <a:spcPts val="0"/>
              </a:spcBef>
              <a:spcAft>
                <a:spcPts val="0"/>
              </a:spcAft>
              <a:buNone/>
            </a:pPr>
            <a:endParaRPr sz="2400" b="1"/>
          </a:p>
          <a:p>
            <a:pPr marL="0" lvl="0" indent="0" algn="l" rtl="0">
              <a:spcBef>
                <a:spcPts val="0"/>
              </a:spcBef>
              <a:spcAft>
                <a:spcPts val="0"/>
              </a:spcAft>
              <a:buNone/>
            </a:pPr>
            <a:r>
              <a:rPr lang="en-US" sz="2400" b="1"/>
              <a:t>Checks if the value of two operands are equal or not, if yes, then the condition becomes true.</a:t>
            </a:r>
            <a:endParaRPr sz="2400" b="1"/>
          </a:p>
          <a:p>
            <a:pPr marL="0" lvl="0" indent="0" algn="l" rtl="0">
              <a:spcBef>
                <a:spcPts val="0"/>
              </a:spcBef>
              <a:spcAft>
                <a:spcPts val="0"/>
              </a:spcAft>
              <a:buNone/>
            </a:pPr>
            <a:endParaRPr sz="2400" b="1"/>
          </a:p>
          <a:p>
            <a:pPr marL="0" lvl="0" indent="0" algn="l" rtl="0">
              <a:spcBef>
                <a:spcPts val="0"/>
              </a:spcBef>
              <a:spcAft>
                <a:spcPts val="0"/>
              </a:spcAft>
              <a:buNone/>
            </a:pPr>
            <a:r>
              <a:rPr lang="en-US" sz="2400" b="1"/>
              <a:t>Ex: (A == B) is not true.</a:t>
            </a:r>
            <a:endParaRPr sz="2400" b="1"/>
          </a:p>
        </p:txBody>
      </p:sp>
      <p:sp>
        <p:nvSpPr>
          <p:cNvPr id="324" name="Google Shape;324;p39"/>
          <p:cNvSpPr txBox="1"/>
          <p:nvPr/>
        </p:nvSpPr>
        <p:spPr>
          <a:xfrm>
            <a:off x="6493925" y="2087550"/>
            <a:ext cx="5577000" cy="350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t>2	</a:t>
            </a:r>
            <a:endParaRPr sz="2400" b="1"/>
          </a:p>
          <a:p>
            <a:pPr marL="0" lvl="0" indent="0" algn="l" rtl="0">
              <a:spcBef>
                <a:spcPts val="0"/>
              </a:spcBef>
              <a:spcAft>
                <a:spcPts val="0"/>
              </a:spcAft>
              <a:buNone/>
            </a:pPr>
            <a:r>
              <a:rPr lang="en-US" sz="2400" b="1"/>
              <a:t>!= (Not Equal)</a:t>
            </a:r>
            <a:endParaRPr sz="2400" b="1"/>
          </a:p>
          <a:p>
            <a:pPr marL="0" lvl="0" indent="0" algn="l" rtl="0">
              <a:spcBef>
                <a:spcPts val="0"/>
              </a:spcBef>
              <a:spcAft>
                <a:spcPts val="0"/>
              </a:spcAft>
              <a:buNone/>
            </a:pPr>
            <a:endParaRPr sz="2400" b="1"/>
          </a:p>
          <a:p>
            <a:pPr marL="0" lvl="0" indent="0" algn="l" rtl="0">
              <a:spcBef>
                <a:spcPts val="0"/>
              </a:spcBef>
              <a:spcAft>
                <a:spcPts val="0"/>
              </a:spcAft>
              <a:buNone/>
            </a:pPr>
            <a:r>
              <a:rPr lang="en-US" sz="2400" b="1"/>
              <a:t>Checks if the value of two operands are equal or not, if the values are not equal, then the condition becomes true.</a:t>
            </a:r>
            <a:endParaRPr sz="2400" b="1"/>
          </a:p>
          <a:p>
            <a:pPr marL="0" lvl="0" indent="0" algn="l" rtl="0">
              <a:spcBef>
                <a:spcPts val="0"/>
              </a:spcBef>
              <a:spcAft>
                <a:spcPts val="0"/>
              </a:spcAft>
              <a:buNone/>
            </a:pPr>
            <a:endParaRPr sz="2400" b="1"/>
          </a:p>
          <a:p>
            <a:pPr marL="0" lvl="0" indent="0" algn="l" rtl="0">
              <a:spcBef>
                <a:spcPts val="0"/>
              </a:spcBef>
              <a:spcAft>
                <a:spcPts val="0"/>
              </a:spcAft>
              <a:buNone/>
            </a:pPr>
            <a:r>
              <a:rPr lang="en-US" sz="2400" b="1"/>
              <a:t>Ex: (A != B) is true.</a:t>
            </a:r>
            <a:endParaRPr sz="2400"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0"/>
          <p:cNvSpPr txBox="1"/>
          <p:nvPr/>
        </p:nvSpPr>
        <p:spPr>
          <a:xfrm>
            <a:off x="267400" y="152800"/>
            <a:ext cx="49086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3	</a:t>
            </a:r>
            <a:endParaRPr sz="1800" b="1"/>
          </a:p>
          <a:p>
            <a:pPr marL="0" lvl="0" indent="0" algn="l" rtl="0">
              <a:spcBef>
                <a:spcPts val="0"/>
              </a:spcBef>
              <a:spcAft>
                <a:spcPts val="0"/>
              </a:spcAft>
              <a:buNone/>
            </a:pPr>
            <a:r>
              <a:rPr lang="en-US" sz="1800" b="1"/>
              <a:t>&gt; (Greater than)</a:t>
            </a:r>
            <a:endParaRPr sz="1800" b="1"/>
          </a:p>
          <a:p>
            <a:pPr marL="0" lvl="0" indent="0" algn="l" rtl="0">
              <a:spcBef>
                <a:spcPts val="0"/>
              </a:spcBef>
              <a:spcAft>
                <a:spcPts val="0"/>
              </a:spcAft>
              <a:buNone/>
            </a:pPr>
            <a:endParaRPr sz="1800" b="1"/>
          </a:p>
          <a:p>
            <a:pPr marL="0" lvl="0" indent="0" algn="l" rtl="0">
              <a:spcBef>
                <a:spcPts val="0"/>
              </a:spcBef>
              <a:spcAft>
                <a:spcPts val="0"/>
              </a:spcAft>
              <a:buNone/>
            </a:pPr>
            <a:r>
              <a:rPr lang="en-US" sz="1800" b="1"/>
              <a:t>Checks if the value of the left operand is greater than the value of the right operand, if yes, then the condition becomes true.</a:t>
            </a:r>
            <a:endParaRPr sz="1800" b="1"/>
          </a:p>
          <a:p>
            <a:pPr marL="0" lvl="0" indent="0" algn="l" rtl="0">
              <a:spcBef>
                <a:spcPts val="0"/>
              </a:spcBef>
              <a:spcAft>
                <a:spcPts val="0"/>
              </a:spcAft>
              <a:buNone/>
            </a:pPr>
            <a:endParaRPr sz="1800" b="1"/>
          </a:p>
          <a:p>
            <a:pPr marL="0" lvl="0" indent="0" algn="l" rtl="0">
              <a:spcBef>
                <a:spcPts val="0"/>
              </a:spcBef>
              <a:spcAft>
                <a:spcPts val="0"/>
              </a:spcAft>
              <a:buNone/>
            </a:pPr>
            <a:r>
              <a:rPr lang="en-US" sz="1800" b="1"/>
              <a:t>Ex: (A &gt; B) is not true.</a:t>
            </a:r>
            <a:endParaRPr sz="1800" b="1"/>
          </a:p>
        </p:txBody>
      </p:sp>
      <p:sp>
        <p:nvSpPr>
          <p:cNvPr id="330" name="Google Shape;330;p40"/>
          <p:cNvSpPr txBox="1"/>
          <p:nvPr/>
        </p:nvSpPr>
        <p:spPr>
          <a:xfrm>
            <a:off x="267400" y="3896325"/>
            <a:ext cx="49086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5	</a:t>
            </a:r>
            <a:endParaRPr sz="1800" b="1"/>
          </a:p>
          <a:p>
            <a:pPr marL="0" lvl="0" indent="0" algn="l" rtl="0">
              <a:spcBef>
                <a:spcPts val="0"/>
              </a:spcBef>
              <a:spcAft>
                <a:spcPts val="0"/>
              </a:spcAft>
              <a:buNone/>
            </a:pPr>
            <a:r>
              <a:rPr lang="en-US" sz="1800" b="1"/>
              <a:t>&gt;= (Greater than or Equal to)</a:t>
            </a:r>
            <a:endParaRPr sz="1800" b="1"/>
          </a:p>
          <a:p>
            <a:pPr marL="0" lvl="0" indent="0" algn="l" rtl="0">
              <a:spcBef>
                <a:spcPts val="0"/>
              </a:spcBef>
              <a:spcAft>
                <a:spcPts val="0"/>
              </a:spcAft>
              <a:buNone/>
            </a:pPr>
            <a:endParaRPr sz="1800" b="1"/>
          </a:p>
          <a:p>
            <a:pPr marL="0" lvl="0" indent="0" algn="l" rtl="0">
              <a:spcBef>
                <a:spcPts val="0"/>
              </a:spcBef>
              <a:spcAft>
                <a:spcPts val="0"/>
              </a:spcAft>
              <a:buNone/>
            </a:pPr>
            <a:r>
              <a:rPr lang="en-US" sz="1800" b="1"/>
              <a:t>Checks if the value of the left operand is greater than or equal to the value of the right operand, if yes, then the condition becomes true.</a:t>
            </a:r>
            <a:endParaRPr sz="1800" b="1"/>
          </a:p>
          <a:p>
            <a:pPr marL="0" lvl="0" indent="0" algn="l" rtl="0">
              <a:spcBef>
                <a:spcPts val="0"/>
              </a:spcBef>
              <a:spcAft>
                <a:spcPts val="0"/>
              </a:spcAft>
              <a:buNone/>
            </a:pPr>
            <a:endParaRPr sz="1800" b="1"/>
          </a:p>
          <a:p>
            <a:pPr marL="0" lvl="0" indent="0" algn="l" rtl="0">
              <a:spcBef>
                <a:spcPts val="0"/>
              </a:spcBef>
              <a:spcAft>
                <a:spcPts val="0"/>
              </a:spcAft>
              <a:buNone/>
            </a:pPr>
            <a:r>
              <a:rPr lang="en-US" sz="1800" b="1"/>
              <a:t>Ex: (A &gt;= B) is not true</a:t>
            </a:r>
            <a:endParaRPr sz="1800" b="1"/>
          </a:p>
        </p:txBody>
      </p:sp>
      <p:sp>
        <p:nvSpPr>
          <p:cNvPr id="331" name="Google Shape;331;p40"/>
          <p:cNvSpPr txBox="1"/>
          <p:nvPr/>
        </p:nvSpPr>
        <p:spPr>
          <a:xfrm>
            <a:off x="6837700" y="3657600"/>
            <a:ext cx="44886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6	</a:t>
            </a:r>
            <a:endParaRPr sz="1800" b="1"/>
          </a:p>
          <a:p>
            <a:pPr marL="0" lvl="0" indent="0" algn="l" rtl="0">
              <a:spcBef>
                <a:spcPts val="0"/>
              </a:spcBef>
              <a:spcAft>
                <a:spcPts val="0"/>
              </a:spcAft>
              <a:buNone/>
            </a:pPr>
            <a:r>
              <a:rPr lang="en-US" sz="1800" b="1"/>
              <a:t>&lt;= (Less than or Equal to)</a:t>
            </a:r>
            <a:endParaRPr sz="1800" b="1"/>
          </a:p>
          <a:p>
            <a:pPr marL="0" lvl="0" indent="0" algn="l" rtl="0">
              <a:spcBef>
                <a:spcPts val="0"/>
              </a:spcBef>
              <a:spcAft>
                <a:spcPts val="0"/>
              </a:spcAft>
              <a:buNone/>
            </a:pPr>
            <a:endParaRPr sz="1800" b="1"/>
          </a:p>
          <a:p>
            <a:pPr marL="0" lvl="0" indent="0" algn="l" rtl="0">
              <a:spcBef>
                <a:spcPts val="0"/>
              </a:spcBef>
              <a:spcAft>
                <a:spcPts val="0"/>
              </a:spcAft>
              <a:buNone/>
            </a:pPr>
            <a:r>
              <a:rPr lang="en-US" sz="1800" b="1"/>
              <a:t>Checks if the value of the left operand is less than or equal to the value of the right operand, if yes, then the condition becomes true.</a:t>
            </a:r>
            <a:endParaRPr sz="1800" b="1"/>
          </a:p>
          <a:p>
            <a:pPr marL="0" lvl="0" indent="0" algn="l" rtl="0">
              <a:spcBef>
                <a:spcPts val="0"/>
              </a:spcBef>
              <a:spcAft>
                <a:spcPts val="0"/>
              </a:spcAft>
              <a:buNone/>
            </a:pPr>
            <a:endParaRPr sz="1800" b="1"/>
          </a:p>
          <a:p>
            <a:pPr marL="0" lvl="0" indent="0" algn="l" rtl="0">
              <a:spcBef>
                <a:spcPts val="0"/>
              </a:spcBef>
              <a:spcAft>
                <a:spcPts val="0"/>
              </a:spcAft>
              <a:buNone/>
            </a:pPr>
            <a:r>
              <a:rPr lang="en-US" sz="1800" b="1"/>
              <a:t>Ex: (A &lt;= B) is true</a:t>
            </a:r>
            <a:endParaRPr sz="1800" b="1"/>
          </a:p>
        </p:txBody>
      </p:sp>
      <p:sp>
        <p:nvSpPr>
          <p:cNvPr id="332" name="Google Shape;332;p40"/>
          <p:cNvSpPr txBox="1"/>
          <p:nvPr/>
        </p:nvSpPr>
        <p:spPr>
          <a:xfrm>
            <a:off x="6742200" y="152800"/>
            <a:ext cx="45840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solidFill>
                  <a:schemeClr val="dk1"/>
                </a:solidFill>
              </a:rPr>
              <a:t>4	</a:t>
            </a:r>
            <a:endParaRPr sz="1800" b="1">
              <a:solidFill>
                <a:schemeClr val="dk1"/>
              </a:solidFill>
            </a:endParaRPr>
          </a:p>
          <a:p>
            <a:pPr marL="0" lvl="0" indent="0" algn="l" rtl="0">
              <a:spcBef>
                <a:spcPts val="0"/>
              </a:spcBef>
              <a:spcAft>
                <a:spcPts val="0"/>
              </a:spcAft>
              <a:buNone/>
            </a:pPr>
            <a:r>
              <a:rPr lang="en-US" sz="1800" b="1">
                <a:solidFill>
                  <a:schemeClr val="dk1"/>
                </a:solidFill>
              </a:rPr>
              <a:t>&lt; (Less than)</a:t>
            </a:r>
            <a:endParaRPr sz="1800" b="1">
              <a:solidFill>
                <a:schemeClr val="dk1"/>
              </a:solidFill>
            </a:endParaRPr>
          </a:p>
          <a:p>
            <a:pPr marL="0" lvl="0" indent="0" algn="l" rtl="0">
              <a:spcBef>
                <a:spcPts val="0"/>
              </a:spcBef>
              <a:spcAft>
                <a:spcPts val="0"/>
              </a:spcAft>
              <a:buNone/>
            </a:pPr>
            <a:endParaRPr sz="1800" b="1">
              <a:solidFill>
                <a:schemeClr val="dk1"/>
              </a:solidFill>
            </a:endParaRPr>
          </a:p>
          <a:p>
            <a:pPr marL="0" lvl="0" indent="0" algn="l" rtl="0">
              <a:spcBef>
                <a:spcPts val="0"/>
              </a:spcBef>
              <a:spcAft>
                <a:spcPts val="0"/>
              </a:spcAft>
              <a:buNone/>
            </a:pPr>
            <a:r>
              <a:rPr lang="en-US" sz="1800" b="1">
                <a:solidFill>
                  <a:schemeClr val="dk1"/>
                </a:solidFill>
              </a:rPr>
              <a:t>Checks if the value of the left operand is less than the value of the right operand, if yes, then the condition becomes true.</a:t>
            </a:r>
            <a:endParaRPr sz="1800" b="1">
              <a:solidFill>
                <a:schemeClr val="dk1"/>
              </a:solidFill>
            </a:endParaRPr>
          </a:p>
          <a:p>
            <a:pPr marL="0" lvl="0" indent="0" algn="l" rtl="0">
              <a:spcBef>
                <a:spcPts val="0"/>
              </a:spcBef>
              <a:spcAft>
                <a:spcPts val="0"/>
              </a:spcAft>
              <a:buNone/>
            </a:pPr>
            <a:endParaRPr sz="1800" b="1">
              <a:solidFill>
                <a:schemeClr val="dk1"/>
              </a:solidFill>
            </a:endParaRPr>
          </a:p>
          <a:p>
            <a:pPr marL="0" lvl="0" indent="0" algn="l" rtl="0">
              <a:spcBef>
                <a:spcPts val="0"/>
              </a:spcBef>
              <a:spcAft>
                <a:spcPts val="0"/>
              </a:spcAft>
              <a:buNone/>
            </a:pPr>
            <a:r>
              <a:rPr lang="en-US" sz="1800" b="1">
                <a:solidFill>
                  <a:schemeClr val="dk1"/>
                </a:solidFill>
              </a:rPr>
              <a:t>Ex: (A &lt; B) is true.</a:t>
            </a:r>
            <a:endParaRPr sz="1800" b="1">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1"/>
          <p:cNvSpPr txBox="1"/>
          <p:nvPr/>
        </p:nvSpPr>
        <p:spPr>
          <a:xfrm>
            <a:off x="0" y="0"/>
            <a:ext cx="10982400" cy="609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t>pragma solidity ^0.5.0;</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a:t>contract SolidityTest {</a:t>
            </a:r>
            <a:endParaRPr sz="2400"/>
          </a:p>
          <a:p>
            <a:pPr marL="0" lvl="0" indent="0" algn="l" rtl="0">
              <a:spcBef>
                <a:spcPts val="0"/>
              </a:spcBef>
              <a:spcAft>
                <a:spcPts val="0"/>
              </a:spcAft>
              <a:buNone/>
            </a:pPr>
            <a:r>
              <a:rPr lang="en-US" sz="2400"/>
              <a:t>   uint storedData; </a:t>
            </a:r>
            <a:endParaRPr sz="2400"/>
          </a:p>
          <a:p>
            <a:pPr marL="0" lvl="0" indent="0" algn="l" rtl="0">
              <a:spcBef>
                <a:spcPts val="0"/>
              </a:spcBef>
              <a:spcAft>
                <a:spcPts val="0"/>
              </a:spcAft>
              <a:buNone/>
            </a:pPr>
            <a:r>
              <a:rPr lang="en-US" sz="2400"/>
              <a:t>   constructor() public{</a:t>
            </a:r>
            <a:endParaRPr sz="2400"/>
          </a:p>
          <a:p>
            <a:pPr marL="0" lvl="0" indent="0" algn="l" rtl="0">
              <a:spcBef>
                <a:spcPts val="0"/>
              </a:spcBef>
              <a:spcAft>
                <a:spcPts val="0"/>
              </a:spcAft>
              <a:buNone/>
            </a:pPr>
            <a:r>
              <a:rPr lang="en-US" sz="2400"/>
              <a:t>      storedData = 10;   </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   function getResult() public view returns(string memory){</a:t>
            </a:r>
            <a:endParaRPr sz="2400"/>
          </a:p>
          <a:p>
            <a:pPr marL="0" lvl="0" indent="0" algn="l" rtl="0">
              <a:spcBef>
                <a:spcPts val="0"/>
              </a:spcBef>
              <a:spcAft>
                <a:spcPts val="0"/>
              </a:spcAft>
              <a:buNone/>
            </a:pPr>
            <a:r>
              <a:rPr lang="en-US" sz="2400"/>
              <a:t>      uint a = 1; // local variable</a:t>
            </a:r>
            <a:endParaRPr sz="2400"/>
          </a:p>
          <a:p>
            <a:pPr marL="0" lvl="0" indent="0" algn="l" rtl="0">
              <a:spcBef>
                <a:spcPts val="0"/>
              </a:spcBef>
              <a:spcAft>
                <a:spcPts val="0"/>
              </a:spcAft>
              <a:buNone/>
            </a:pPr>
            <a:r>
              <a:rPr lang="en-US" sz="2400"/>
              <a:t>      uint b = 2;</a:t>
            </a:r>
            <a:endParaRPr sz="2400"/>
          </a:p>
          <a:p>
            <a:pPr marL="0" lvl="0" indent="0" algn="l" rtl="0">
              <a:spcBef>
                <a:spcPts val="0"/>
              </a:spcBef>
              <a:spcAft>
                <a:spcPts val="0"/>
              </a:spcAft>
              <a:buNone/>
            </a:pPr>
            <a:r>
              <a:rPr lang="en-US" sz="2400"/>
              <a:t>      uint result = a + b;</a:t>
            </a:r>
            <a:endParaRPr sz="2400"/>
          </a:p>
          <a:p>
            <a:pPr marL="0" lvl="0" indent="0" algn="l" rtl="0">
              <a:spcBef>
                <a:spcPts val="0"/>
              </a:spcBef>
              <a:spcAft>
                <a:spcPts val="0"/>
              </a:spcAft>
              <a:buNone/>
            </a:pPr>
            <a:r>
              <a:rPr lang="en-US" sz="2400"/>
              <a:t>      return integerToString(result); </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   function integerToString(uint _i) internal pure </a:t>
            </a:r>
            <a:endParaRPr sz="2400"/>
          </a:p>
          <a:p>
            <a:pPr marL="0" lvl="0" indent="0" algn="l" rtl="0">
              <a:spcBef>
                <a:spcPts val="0"/>
              </a:spcBef>
              <a:spcAft>
                <a:spcPts val="0"/>
              </a:spcAft>
              <a:buNone/>
            </a:pPr>
            <a:r>
              <a:rPr lang="en-US" sz="2400"/>
              <a:t>      returns (string memory _uintAsString) {</a:t>
            </a:r>
            <a:endParaRPr sz="2400"/>
          </a:p>
          <a:p>
            <a:pPr marL="0" lvl="0" indent="0" algn="l" rtl="0">
              <a:spcBef>
                <a:spcPts val="0"/>
              </a:spcBef>
              <a:spcAft>
                <a:spcPts val="0"/>
              </a:spcAft>
              <a:buNone/>
            </a:pPr>
            <a:r>
              <a:rPr lang="en-US" sz="2400"/>
              <a:t>     </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2"/>
          <p:cNvSpPr txBox="1"/>
          <p:nvPr/>
        </p:nvSpPr>
        <p:spPr>
          <a:xfrm>
            <a:off x="0" y="0"/>
            <a:ext cx="12300300" cy="7572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t>          if (_i == 0) {   //comparison operator</a:t>
            </a:r>
            <a:endParaRPr sz="2400"/>
          </a:p>
          <a:p>
            <a:pPr marL="0" lvl="0" indent="0" algn="l" rtl="0">
              <a:spcBef>
                <a:spcPts val="0"/>
              </a:spcBef>
              <a:spcAft>
                <a:spcPts val="0"/>
              </a:spcAft>
              <a:buNone/>
            </a:pPr>
            <a:r>
              <a:rPr lang="en-US" sz="2400"/>
              <a:t>         return "0";</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      uint j = _i;</a:t>
            </a:r>
            <a:endParaRPr sz="2400"/>
          </a:p>
          <a:p>
            <a:pPr marL="0" lvl="0" indent="0" algn="l" rtl="0">
              <a:spcBef>
                <a:spcPts val="0"/>
              </a:spcBef>
              <a:spcAft>
                <a:spcPts val="0"/>
              </a:spcAft>
              <a:buNone/>
            </a:pPr>
            <a:r>
              <a:rPr lang="en-US" sz="2400"/>
              <a:t>      uint len;</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      while (j != 0) {  //comparison operator</a:t>
            </a:r>
            <a:endParaRPr sz="2400"/>
          </a:p>
          <a:p>
            <a:pPr marL="0" lvl="0" indent="0" algn="l" rtl="0">
              <a:spcBef>
                <a:spcPts val="0"/>
              </a:spcBef>
              <a:spcAft>
                <a:spcPts val="0"/>
              </a:spcAft>
              <a:buNone/>
            </a:pPr>
            <a:r>
              <a:rPr lang="en-US" sz="2400"/>
              <a:t>         len++;</a:t>
            </a:r>
            <a:endParaRPr sz="2400"/>
          </a:p>
          <a:p>
            <a:pPr marL="0" lvl="0" indent="0" algn="l" rtl="0">
              <a:spcBef>
                <a:spcPts val="0"/>
              </a:spcBef>
              <a:spcAft>
                <a:spcPts val="0"/>
              </a:spcAft>
              <a:buNone/>
            </a:pPr>
            <a:r>
              <a:rPr lang="en-US" sz="2400"/>
              <a:t>         j /= 10;</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      bytes memory bstr = new bytes(len);</a:t>
            </a:r>
            <a:endParaRPr sz="2400"/>
          </a:p>
          <a:p>
            <a:pPr marL="0" lvl="0" indent="0" algn="l" rtl="0">
              <a:spcBef>
                <a:spcPts val="0"/>
              </a:spcBef>
              <a:spcAft>
                <a:spcPts val="0"/>
              </a:spcAft>
              <a:buNone/>
            </a:pPr>
            <a:r>
              <a:rPr lang="en-US" sz="2400"/>
              <a:t>      uint k = len - 1;</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      while (_i != 0) {</a:t>
            </a:r>
            <a:endParaRPr sz="2400"/>
          </a:p>
          <a:p>
            <a:pPr marL="0" lvl="0" indent="0" algn="l" rtl="0">
              <a:spcBef>
                <a:spcPts val="0"/>
              </a:spcBef>
              <a:spcAft>
                <a:spcPts val="0"/>
              </a:spcAft>
              <a:buNone/>
            </a:pPr>
            <a:r>
              <a:rPr lang="en-US" sz="2400"/>
              <a:t>         bstr[k--] = byte(uint8(48 + _i % 10));</a:t>
            </a:r>
            <a:endParaRPr sz="2400"/>
          </a:p>
          <a:p>
            <a:pPr marL="0" lvl="0" indent="0" algn="l" rtl="0">
              <a:spcBef>
                <a:spcPts val="0"/>
              </a:spcBef>
              <a:spcAft>
                <a:spcPts val="0"/>
              </a:spcAft>
              <a:buNone/>
            </a:pPr>
            <a:r>
              <a:rPr lang="en-US" sz="2400"/>
              <a:t>         _i /= 10;</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      return string(bstr);//access local variable</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a:t>
            </a:r>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3"/>
          <p:cNvSpPr txBox="1"/>
          <p:nvPr/>
        </p:nvSpPr>
        <p:spPr>
          <a:xfrm>
            <a:off x="4813125" y="0"/>
            <a:ext cx="3000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b="1"/>
              <a:t> Loops</a:t>
            </a:r>
            <a:endParaRPr sz="3600" b="1"/>
          </a:p>
        </p:txBody>
      </p:sp>
      <p:sp>
        <p:nvSpPr>
          <p:cNvPr id="348" name="Google Shape;348;p43"/>
          <p:cNvSpPr txBox="1"/>
          <p:nvPr/>
        </p:nvSpPr>
        <p:spPr>
          <a:xfrm>
            <a:off x="267400" y="1623475"/>
            <a:ext cx="118038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t>While writing a contract, you may encounter a situation where you need to perform an action over and over again.</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a:t> In such situations, you would need to write loop statements to reduce the number of lines.</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a:t>Solidity supports all the necessary loops to ease down the pressure of programming.</a:t>
            </a:r>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4"/>
          <p:cNvSpPr txBox="1"/>
          <p:nvPr/>
        </p:nvSpPr>
        <p:spPr>
          <a:xfrm>
            <a:off x="229200" y="0"/>
            <a:ext cx="11880000" cy="203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t>1	</a:t>
            </a:r>
            <a:endParaRPr sz="2400"/>
          </a:p>
          <a:p>
            <a:pPr marL="0" lvl="0" indent="0" algn="l" rtl="0">
              <a:spcBef>
                <a:spcPts val="0"/>
              </a:spcBef>
              <a:spcAft>
                <a:spcPts val="0"/>
              </a:spcAft>
              <a:buNone/>
            </a:pPr>
            <a:r>
              <a:rPr lang="en-US" sz="2400"/>
              <a:t>While Loop</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a:t>The most basic loop in Solidity is the while loop which would be discussed in this chapter.</a:t>
            </a:r>
            <a:endParaRPr sz="2400"/>
          </a:p>
        </p:txBody>
      </p:sp>
      <p:sp>
        <p:nvSpPr>
          <p:cNvPr id="354" name="Google Shape;354;p44"/>
          <p:cNvSpPr txBox="1"/>
          <p:nvPr/>
        </p:nvSpPr>
        <p:spPr>
          <a:xfrm>
            <a:off x="1738075" y="1592600"/>
            <a:ext cx="99702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t>Flow Chart:</a:t>
            </a:r>
            <a:endParaRPr sz="2200"/>
          </a:p>
          <a:p>
            <a:pPr marL="0" lvl="0" indent="0" algn="l" rtl="0">
              <a:spcBef>
                <a:spcPts val="0"/>
              </a:spcBef>
              <a:spcAft>
                <a:spcPts val="0"/>
              </a:spcAft>
              <a:buNone/>
            </a:pPr>
            <a:r>
              <a:rPr lang="en-US" sz="2200"/>
              <a:t>The flow chart of while loop looks as follows</a:t>
            </a:r>
            <a:endParaRPr sz="2200"/>
          </a:p>
        </p:txBody>
      </p:sp>
      <p:pic>
        <p:nvPicPr>
          <p:cNvPr id="355" name="Google Shape;355;p44"/>
          <p:cNvPicPr preferRelativeResize="0"/>
          <p:nvPr/>
        </p:nvPicPr>
        <p:blipFill>
          <a:blip r:embed="rId3">
            <a:alphaModFix/>
          </a:blip>
          <a:stretch>
            <a:fillRect/>
          </a:stretch>
        </p:blipFill>
        <p:spPr>
          <a:xfrm>
            <a:off x="3170550" y="2339900"/>
            <a:ext cx="5749025" cy="47843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5"/>
          <p:cNvSpPr txBox="1"/>
          <p:nvPr/>
        </p:nvSpPr>
        <p:spPr>
          <a:xfrm>
            <a:off x="0" y="0"/>
            <a:ext cx="124338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t>Syntax</a:t>
            </a:r>
            <a:endParaRPr sz="2400"/>
          </a:p>
          <a:p>
            <a:pPr marL="0" lvl="0" indent="0" algn="l" rtl="0">
              <a:spcBef>
                <a:spcPts val="0"/>
              </a:spcBef>
              <a:spcAft>
                <a:spcPts val="0"/>
              </a:spcAft>
              <a:buNone/>
            </a:pPr>
            <a:r>
              <a:rPr lang="en-US" sz="2400"/>
              <a:t>The syntax of while loop in Solidity is as follows −</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a:t>while (expression) {</a:t>
            </a:r>
            <a:endParaRPr sz="2400"/>
          </a:p>
          <a:p>
            <a:pPr marL="0" lvl="0" indent="0" algn="l" rtl="0">
              <a:spcBef>
                <a:spcPts val="0"/>
              </a:spcBef>
              <a:spcAft>
                <a:spcPts val="0"/>
              </a:spcAft>
              <a:buNone/>
            </a:pPr>
            <a:r>
              <a:rPr lang="en-US" sz="2400"/>
              <a:t>   Statement(s) to be executed if expression is true</a:t>
            </a:r>
            <a:endParaRPr sz="2400"/>
          </a:p>
          <a:p>
            <a:pPr marL="0" lvl="0" indent="0" algn="l" rtl="0">
              <a:spcBef>
                <a:spcPts val="0"/>
              </a:spcBef>
              <a:spcAft>
                <a:spcPts val="0"/>
              </a:spcAft>
              <a:buNone/>
            </a:pPr>
            <a:r>
              <a:rPr lang="en-US" sz="2400"/>
              <a:t>}</a:t>
            </a:r>
            <a:endParaRPr sz="2400"/>
          </a:p>
        </p:txBody>
      </p:sp>
      <p:sp>
        <p:nvSpPr>
          <p:cNvPr id="361" name="Google Shape;361;p45"/>
          <p:cNvSpPr txBox="1"/>
          <p:nvPr/>
        </p:nvSpPr>
        <p:spPr>
          <a:xfrm>
            <a:off x="1585275" y="1958700"/>
            <a:ext cx="8270400" cy="535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b="1"/>
          </a:p>
          <a:p>
            <a:pPr marL="0" lvl="0" indent="0" algn="l" rtl="0">
              <a:spcBef>
                <a:spcPts val="0"/>
              </a:spcBef>
              <a:spcAft>
                <a:spcPts val="0"/>
              </a:spcAft>
              <a:buNone/>
            </a:pPr>
            <a:r>
              <a:rPr lang="en-US" sz="2400" b="1"/>
              <a:t>pragma solidity =0.5.0 &lt;= 0.9.0;</a:t>
            </a:r>
            <a:endParaRPr sz="2400" b="1"/>
          </a:p>
          <a:p>
            <a:pPr marL="0" lvl="0" indent="0" algn="l" rtl="0">
              <a:spcBef>
                <a:spcPts val="0"/>
              </a:spcBef>
              <a:spcAft>
                <a:spcPts val="0"/>
              </a:spcAft>
              <a:buNone/>
            </a:pPr>
            <a:r>
              <a:rPr lang="en-US" sz="2400" b="1"/>
              <a:t>contract array</a:t>
            </a:r>
            <a:endParaRPr sz="2400" b="1"/>
          </a:p>
          <a:p>
            <a:pPr marL="0" lvl="0" indent="0" algn="l" rtl="0">
              <a:spcBef>
                <a:spcPts val="0"/>
              </a:spcBef>
              <a:spcAft>
                <a:spcPts val="0"/>
              </a:spcAft>
              <a:buNone/>
            </a:pPr>
            <a:r>
              <a:rPr lang="en-US" sz="2400" b="1"/>
              <a:t>{</a:t>
            </a:r>
            <a:endParaRPr sz="2400" b="1"/>
          </a:p>
          <a:p>
            <a:pPr marL="0" lvl="0" indent="0" algn="l" rtl="0">
              <a:spcBef>
                <a:spcPts val="0"/>
              </a:spcBef>
              <a:spcAft>
                <a:spcPts val="0"/>
              </a:spcAft>
              <a:buNone/>
            </a:pPr>
            <a:r>
              <a:rPr lang="en-US" sz="2400" b="1"/>
              <a:t>uint[3] public arr;</a:t>
            </a:r>
            <a:endParaRPr sz="2400" b="1"/>
          </a:p>
          <a:p>
            <a:pPr marL="0" lvl="0" indent="0" algn="l" rtl="0">
              <a:spcBef>
                <a:spcPts val="0"/>
              </a:spcBef>
              <a:spcAft>
                <a:spcPts val="0"/>
              </a:spcAft>
              <a:buNone/>
            </a:pPr>
            <a:r>
              <a:rPr lang="en-US" sz="2400" b="1"/>
              <a:t>uint public count;</a:t>
            </a:r>
            <a:endParaRPr sz="2400" b="1"/>
          </a:p>
          <a:p>
            <a:pPr marL="0" lvl="0" indent="0" algn="l" rtl="0">
              <a:spcBef>
                <a:spcPts val="0"/>
              </a:spcBef>
              <a:spcAft>
                <a:spcPts val="0"/>
              </a:spcAft>
              <a:buNone/>
            </a:pPr>
            <a:r>
              <a:rPr lang="en-US" sz="2400" b="1"/>
              <a:t>function loop() public{</a:t>
            </a:r>
            <a:endParaRPr sz="2400" b="1"/>
          </a:p>
          <a:p>
            <a:pPr marL="0" lvl="0" indent="0" algn="l" rtl="0">
              <a:spcBef>
                <a:spcPts val="0"/>
              </a:spcBef>
              <a:spcAft>
                <a:spcPts val="0"/>
              </a:spcAft>
              <a:buNone/>
            </a:pPr>
            <a:r>
              <a:rPr lang="en-US" sz="2400" b="1"/>
              <a:t>while(count&lt;arr.length)</a:t>
            </a:r>
            <a:endParaRPr sz="2400" b="1"/>
          </a:p>
          <a:p>
            <a:pPr marL="0" lvl="0" indent="0" algn="l" rtl="0">
              <a:spcBef>
                <a:spcPts val="0"/>
              </a:spcBef>
              <a:spcAft>
                <a:spcPts val="0"/>
              </a:spcAft>
              <a:buNone/>
            </a:pPr>
            <a:r>
              <a:rPr lang="en-US" sz="2400" b="1"/>
              <a:t>{</a:t>
            </a:r>
            <a:endParaRPr sz="2400" b="1"/>
          </a:p>
          <a:p>
            <a:pPr marL="0" lvl="0" indent="0" algn="l" rtl="0">
              <a:spcBef>
                <a:spcPts val="0"/>
              </a:spcBef>
              <a:spcAft>
                <a:spcPts val="0"/>
              </a:spcAft>
              <a:buNone/>
            </a:pPr>
            <a:r>
              <a:rPr lang="en-US" sz="2400" b="1"/>
              <a:t>arr[count] = count;</a:t>
            </a:r>
            <a:endParaRPr sz="2400" b="1"/>
          </a:p>
          <a:p>
            <a:pPr marL="0" lvl="0" indent="0" algn="l" rtl="0">
              <a:spcBef>
                <a:spcPts val="0"/>
              </a:spcBef>
              <a:spcAft>
                <a:spcPts val="0"/>
              </a:spcAft>
              <a:buNone/>
            </a:pPr>
            <a:r>
              <a:rPr lang="en-US" sz="2400" b="1"/>
              <a:t>count++;</a:t>
            </a:r>
            <a:endParaRPr sz="2400" b="1"/>
          </a:p>
          <a:p>
            <a:pPr marL="0" lvl="0" indent="0" algn="l" rtl="0">
              <a:spcBef>
                <a:spcPts val="0"/>
              </a:spcBef>
              <a:spcAft>
                <a:spcPts val="0"/>
              </a:spcAft>
              <a:buNone/>
            </a:pPr>
            <a:r>
              <a:rPr lang="en-US" sz="2400" b="1"/>
              <a:t>}</a:t>
            </a:r>
            <a:endParaRPr sz="2400" b="1"/>
          </a:p>
          <a:p>
            <a:pPr marL="0" lvl="0" indent="0" algn="l" rtl="0">
              <a:spcBef>
                <a:spcPts val="0"/>
              </a:spcBef>
              <a:spcAft>
                <a:spcPts val="0"/>
              </a:spcAft>
              <a:buNone/>
            </a:pPr>
            <a:r>
              <a:rPr lang="en-US" sz="2400" b="1"/>
              <a:t>}</a:t>
            </a:r>
            <a:endParaRPr sz="2400" b="1"/>
          </a:p>
          <a:p>
            <a:pPr marL="0" lvl="0" indent="0" algn="l" rtl="0">
              <a:spcBef>
                <a:spcPts val="0"/>
              </a:spcBef>
              <a:spcAft>
                <a:spcPts val="0"/>
              </a:spcAft>
              <a:buNone/>
            </a:pPr>
            <a:r>
              <a:rPr lang="en-US" sz="2400" b="1"/>
              <a:t>}</a:t>
            </a:r>
            <a:endParaRPr sz="2400"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7"/>
          <p:cNvSpPr txBox="1"/>
          <p:nvPr/>
        </p:nvSpPr>
        <p:spPr>
          <a:xfrm>
            <a:off x="171900" y="0"/>
            <a:ext cx="11899200" cy="203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t>2	</a:t>
            </a:r>
            <a:endParaRPr sz="2400"/>
          </a:p>
          <a:p>
            <a:pPr marL="0" lvl="0" indent="0" algn="l" rtl="0">
              <a:spcBef>
                <a:spcPts val="0"/>
              </a:spcBef>
              <a:spcAft>
                <a:spcPts val="0"/>
              </a:spcAft>
              <a:buNone/>
            </a:pPr>
            <a:r>
              <a:rPr lang="en-US" sz="2400"/>
              <a:t>do...while Loop</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a:t>The do...while loop is similar to the while loop except that the condition check happens at the end of the loop.</a:t>
            </a:r>
            <a:endParaRPr sz="2400"/>
          </a:p>
        </p:txBody>
      </p:sp>
      <p:pic>
        <p:nvPicPr>
          <p:cNvPr id="371" name="Google Shape;371;p47"/>
          <p:cNvPicPr preferRelativeResize="0"/>
          <p:nvPr/>
        </p:nvPicPr>
        <p:blipFill>
          <a:blip r:embed="rId3">
            <a:alphaModFix/>
          </a:blip>
          <a:stretch>
            <a:fillRect/>
          </a:stretch>
        </p:blipFill>
        <p:spPr>
          <a:xfrm>
            <a:off x="1756775" y="1821400"/>
            <a:ext cx="4527050" cy="5409575"/>
          </a:xfrm>
          <a:prstGeom prst="rect">
            <a:avLst/>
          </a:prstGeom>
          <a:noFill/>
          <a:ln>
            <a:noFill/>
          </a:ln>
        </p:spPr>
      </p:pic>
      <p:sp>
        <p:nvSpPr>
          <p:cNvPr id="372" name="Google Shape;372;p47"/>
          <p:cNvSpPr txBox="1"/>
          <p:nvPr/>
        </p:nvSpPr>
        <p:spPr>
          <a:xfrm>
            <a:off x="6283825" y="3896350"/>
            <a:ext cx="47940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t>Syntax</a:t>
            </a:r>
            <a:endParaRPr sz="2400" b="1"/>
          </a:p>
          <a:p>
            <a:pPr marL="0" lvl="0" indent="0" algn="l" rtl="0">
              <a:spcBef>
                <a:spcPts val="0"/>
              </a:spcBef>
              <a:spcAft>
                <a:spcPts val="0"/>
              </a:spcAft>
              <a:buNone/>
            </a:pPr>
            <a:r>
              <a:rPr lang="en-US" sz="2400" b="1"/>
              <a:t>The syntax for do-while loop in Solidity is as follows −</a:t>
            </a:r>
            <a:endParaRPr sz="2400" b="1"/>
          </a:p>
          <a:p>
            <a:pPr marL="0" lvl="0" indent="0" algn="l" rtl="0">
              <a:spcBef>
                <a:spcPts val="0"/>
              </a:spcBef>
              <a:spcAft>
                <a:spcPts val="0"/>
              </a:spcAft>
              <a:buNone/>
            </a:pPr>
            <a:endParaRPr sz="2400" b="1"/>
          </a:p>
          <a:p>
            <a:pPr marL="0" lvl="0" indent="0" algn="l" rtl="0">
              <a:spcBef>
                <a:spcPts val="0"/>
              </a:spcBef>
              <a:spcAft>
                <a:spcPts val="0"/>
              </a:spcAft>
              <a:buNone/>
            </a:pPr>
            <a:r>
              <a:rPr lang="en-US" sz="2400" b="1"/>
              <a:t>do {</a:t>
            </a:r>
            <a:endParaRPr sz="2400" b="1"/>
          </a:p>
          <a:p>
            <a:pPr marL="0" lvl="0" indent="0" algn="l" rtl="0">
              <a:spcBef>
                <a:spcPts val="0"/>
              </a:spcBef>
              <a:spcAft>
                <a:spcPts val="0"/>
              </a:spcAft>
              <a:buNone/>
            </a:pPr>
            <a:r>
              <a:rPr lang="en-US" sz="2400" b="1"/>
              <a:t>   Statement(s) to be executed;</a:t>
            </a:r>
            <a:endParaRPr sz="2400" b="1"/>
          </a:p>
          <a:p>
            <a:pPr marL="0" lvl="0" indent="0" algn="l" rtl="0">
              <a:spcBef>
                <a:spcPts val="0"/>
              </a:spcBef>
              <a:spcAft>
                <a:spcPts val="0"/>
              </a:spcAft>
              <a:buNone/>
            </a:pPr>
            <a:r>
              <a:rPr lang="en-US" sz="2400" b="1"/>
              <a:t>} while (expression);</a:t>
            </a:r>
            <a:endParaRPr sz="2400"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8"/>
          <p:cNvSpPr txBox="1"/>
          <p:nvPr/>
        </p:nvSpPr>
        <p:spPr>
          <a:xfrm>
            <a:off x="458400" y="0"/>
            <a:ext cx="11727300" cy="711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t>// Solidity program to</a:t>
            </a:r>
            <a:endParaRPr sz="1800"/>
          </a:p>
          <a:p>
            <a:pPr marL="0" lvl="0" indent="0" algn="l" rtl="0">
              <a:spcBef>
                <a:spcPts val="0"/>
              </a:spcBef>
              <a:spcAft>
                <a:spcPts val="0"/>
              </a:spcAft>
              <a:buNone/>
            </a:pPr>
            <a:r>
              <a:rPr lang="en-US" sz="1800"/>
              <a:t>// demonstrate the use of</a:t>
            </a:r>
            <a:endParaRPr sz="1800"/>
          </a:p>
          <a:p>
            <a:pPr marL="0" lvl="0" indent="0" algn="l" rtl="0">
              <a:spcBef>
                <a:spcPts val="0"/>
              </a:spcBef>
              <a:spcAft>
                <a:spcPts val="0"/>
              </a:spcAft>
              <a:buNone/>
            </a:pPr>
            <a:r>
              <a:rPr lang="en-US" sz="1800"/>
              <a:t>// 'Do-While loop'</a:t>
            </a:r>
            <a:endParaRPr sz="1800"/>
          </a:p>
          <a:p>
            <a:pPr marL="0" lvl="0" indent="0" algn="l" rtl="0">
              <a:spcBef>
                <a:spcPts val="0"/>
              </a:spcBef>
              <a:spcAft>
                <a:spcPts val="0"/>
              </a:spcAft>
              <a:buNone/>
            </a:pPr>
            <a:r>
              <a:rPr lang="en-US" sz="1800"/>
              <a:t>pragma solidity ^0.5.0;</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US" sz="1800"/>
              <a:t>// Creating a contract</a:t>
            </a:r>
            <a:endParaRPr sz="1800"/>
          </a:p>
          <a:p>
            <a:pPr marL="0" lvl="0" indent="0" algn="l" rtl="0">
              <a:spcBef>
                <a:spcPts val="0"/>
              </a:spcBef>
              <a:spcAft>
                <a:spcPts val="0"/>
              </a:spcAft>
              <a:buNone/>
            </a:pPr>
            <a:r>
              <a:rPr lang="en-US" sz="1800"/>
              <a:t>contract Types {</a:t>
            </a:r>
            <a:endParaRPr sz="1800"/>
          </a:p>
          <a:p>
            <a:pPr marL="0" lvl="0" indent="0" algn="l" rtl="0">
              <a:spcBef>
                <a:spcPts val="0"/>
              </a:spcBef>
              <a:spcAft>
                <a:spcPts val="0"/>
              </a:spcAft>
              <a:buNone/>
            </a:pPr>
            <a:r>
              <a:rPr lang="en-US" sz="1800"/>
              <a:t>	</a:t>
            </a:r>
            <a:endParaRPr sz="1800"/>
          </a:p>
          <a:p>
            <a:pPr marL="0" lvl="0" indent="0" algn="l" rtl="0">
              <a:spcBef>
                <a:spcPts val="0"/>
              </a:spcBef>
              <a:spcAft>
                <a:spcPts val="0"/>
              </a:spcAft>
              <a:buNone/>
            </a:pPr>
            <a:r>
              <a:rPr lang="en-US" sz="1800"/>
              <a:t>	// Declaring a dynamic array</a:t>
            </a:r>
            <a:endParaRPr sz="1800"/>
          </a:p>
          <a:p>
            <a:pPr marL="0" lvl="0" indent="0" algn="l" rtl="0">
              <a:spcBef>
                <a:spcPts val="0"/>
              </a:spcBef>
              <a:spcAft>
                <a:spcPts val="0"/>
              </a:spcAft>
              <a:buNone/>
            </a:pPr>
            <a:r>
              <a:rPr lang="en-US" sz="1800"/>
              <a:t>	uint[] data;</a:t>
            </a:r>
            <a:endParaRPr sz="1800"/>
          </a:p>
          <a:p>
            <a:pPr marL="0" lvl="0" indent="0" algn="l" rtl="0">
              <a:spcBef>
                <a:spcPts val="0"/>
              </a:spcBef>
              <a:spcAft>
                <a:spcPts val="0"/>
              </a:spcAft>
              <a:buNone/>
            </a:pPr>
            <a:r>
              <a:rPr lang="en-US" sz="1800"/>
              <a:t>	</a:t>
            </a:r>
            <a:endParaRPr sz="1800"/>
          </a:p>
          <a:p>
            <a:pPr marL="0" lvl="0" indent="0" algn="l" rtl="0">
              <a:spcBef>
                <a:spcPts val="0"/>
              </a:spcBef>
              <a:spcAft>
                <a:spcPts val="0"/>
              </a:spcAft>
              <a:buNone/>
            </a:pPr>
            <a:r>
              <a:rPr lang="en-US" sz="1800"/>
              <a:t>	// Declaring state variable</a:t>
            </a:r>
            <a:endParaRPr sz="1800"/>
          </a:p>
          <a:p>
            <a:pPr marL="0" lvl="0" indent="0" algn="l" rtl="0">
              <a:spcBef>
                <a:spcPts val="0"/>
              </a:spcBef>
              <a:spcAft>
                <a:spcPts val="0"/>
              </a:spcAft>
              <a:buNone/>
            </a:pPr>
            <a:r>
              <a:rPr lang="en-US" sz="1800"/>
              <a:t>	uint8 j = 0;</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US" sz="1800"/>
              <a:t>	// Defining function to demonstrate</a:t>
            </a:r>
            <a:endParaRPr sz="1800"/>
          </a:p>
          <a:p>
            <a:pPr marL="0" lvl="0" indent="0" algn="l" rtl="0">
              <a:spcBef>
                <a:spcPts val="0"/>
              </a:spcBef>
              <a:spcAft>
                <a:spcPts val="0"/>
              </a:spcAft>
              <a:buNone/>
            </a:pPr>
            <a:r>
              <a:rPr lang="en-US" sz="1800"/>
              <a:t>	// 'Do-While loop'</a:t>
            </a:r>
            <a:endParaRPr sz="1800"/>
          </a:p>
          <a:p>
            <a:pPr marL="0" lvl="0" indent="0" algn="l" rtl="0">
              <a:spcBef>
                <a:spcPts val="0"/>
              </a:spcBef>
              <a:spcAft>
                <a:spcPts val="0"/>
              </a:spcAft>
              <a:buNone/>
            </a:pPr>
            <a:r>
              <a:rPr lang="en-US" sz="1800"/>
              <a:t>	function loop(</a:t>
            </a:r>
            <a:endParaRPr sz="1800"/>
          </a:p>
          <a:p>
            <a:pPr marL="0" lvl="0" indent="0" algn="l" rtl="0">
              <a:spcBef>
                <a:spcPts val="0"/>
              </a:spcBef>
              <a:spcAft>
                <a:spcPts val="0"/>
              </a:spcAft>
              <a:buNone/>
            </a:pPr>
            <a:r>
              <a:rPr lang="en-US" sz="1800"/>
              <a:t>	) public returns(uint[] memory){</a:t>
            </a:r>
            <a:endParaRPr sz="1800"/>
          </a:p>
          <a:p>
            <a:pPr marL="0" lvl="0" indent="0" algn="l" rtl="0">
              <a:spcBef>
                <a:spcPts val="0"/>
              </a:spcBef>
              <a:spcAft>
                <a:spcPts val="0"/>
              </a:spcAft>
              <a:buNone/>
            </a:pPr>
            <a:r>
              <a:rPr lang="en-US" sz="1800"/>
              <a:t>	do{</a:t>
            </a:r>
            <a:endParaRPr sz="1800"/>
          </a:p>
          <a:p>
            <a:pPr marL="0" lvl="0" indent="0" algn="l" rtl="0">
              <a:spcBef>
                <a:spcPts val="0"/>
              </a:spcBef>
              <a:spcAft>
                <a:spcPts val="0"/>
              </a:spcAft>
              <a:buNone/>
            </a:pPr>
            <a:r>
              <a:rPr lang="en-US" sz="1800"/>
              <a:t>		j++;</a:t>
            </a:r>
            <a:endParaRPr sz="1800"/>
          </a:p>
          <a:p>
            <a:pPr marL="0" lvl="0" indent="0" algn="l" rtl="0">
              <a:spcBef>
                <a:spcPts val="0"/>
              </a:spcBef>
              <a:spcAft>
                <a:spcPts val="0"/>
              </a:spcAft>
              <a:buNone/>
            </a:pPr>
            <a:r>
              <a:rPr lang="en-US" sz="1800"/>
              <a:t>		data.push(j);</a:t>
            </a:r>
            <a:endParaRPr sz="1800"/>
          </a:p>
          <a:p>
            <a:pPr marL="0" lvl="0" indent="0" algn="l" rtl="0">
              <a:spcBef>
                <a:spcPts val="0"/>
              </a:spcBef>
              <a:spcAft>
                <a:spcPts val="0"/>
              </a:spcAft>
              <a:buNone/>
            </a:pPr>
            <a:r>
              <a:rPr lang="en-US" sz="1800"/>
              <a:t>	}while(j &lt; 5) ;</a:t>
            </a:r>
            <a:endParaRPr sz="1800"/>
          </a:p>
          <a:p>
            <a:pPr marL="0" lvl="0" indent="0" algn="l" rtl="0">
              <a:spcBef>
                <a:spcPts val="0"/>
              </a:spcBef>
              <a:spcAft>
                <a:spcPts val="0"/>
              </a:spcAft>
              <a:buNone/>
            </a:pPr>
            <a:r>
              <a:rPr lang="en-US" sz="1800"/>
              <a:t>	return data;</a:t>
            </a:r>
            <a:endParaRPr sz="1800"/>
          </a:p>
          <a:p>
            <a:pPr marL="0" lvl="0" indent="0" algn="l" rtl="0">
              <a:spcBef>
                <a:spcPts val="0"/>
              </a:spcBef>
              <a:spcAft>
                <a:spcPts val="0"/>
              </a:spcAft>
              <a:buNone/>
            </a:pPr>
            <a:r>
              <a:rPr lang="en-US" sz="1800"/>
              <a:t>	}</a:t>
            </a:r>
            <a:endParaRPr sz="1800"/>
          </a:p>
          <a:p>
            <a:pPr marL="0" lvl="0" indent="0" algn="l" rtl="0">
              <a:spcBef>
                <a:spcPts val="0"/>
              </a:spcBef>
              <a:spcAft>
                <a:spcPts val="0"/>
              </a:spcAft>
              <a:buNone/>
            </a:pPr>
            <a:r>
              <a:rPr lang="en-US" sz="1800"/>
              <a:t>}</a:t>
            </a: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9"/>
          <p:cNvSpPr txBox="1"/>
          <p:nvPr/>
        </p:nvSpPr>
        <p:spPr>
          <a:xfrm>
            <a:off x="229200" y="114600"/>
            <a:ext cx="12013800" cy="1215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500" b="1"/>
              <a:t>For Loop</a:t>
            </a:r>
            <a:endParaRPr sz="2500" b="1"/>
          </a:p>
          <a:p>
            <a:pPr marL="0" lvl="0" indent="0" algn="l" rtl="0">
              <a:spcBef>
                <a:spcPts val="0"/>
              </a:spcBef>
              <a:spcAft>
                <a:spcPts val="0"/>
              </a:spcAft>
              <a:buNone/>
            </a:pPr>
            <a:endParaRPr sz="2100"/>
          </a:p>
          <a:p>
            <a:pPr marL="0" lvl="0" indent="0" algn="l" rtl="0">
              <a:spcBef>
                <a:spcPts val="0"/>
              </a:spcBef>
              <a:spcAft>
                <a:spcPts val="0"/>
              </a:spcAft>
              <a:buNone/>
            </a:pPr>
            <a:r>
              <a:rPr lang="en-US" sz="2100"/>
              <a:t>The for loop is the most compact form of looping. It includes the following three important parts.</a:t>
            </a:r>
            <a:endParaRPr sz="2100"/>
          </a:p>
        </p:txBody>
      </p:sp>
      <p:sp>
        <p:nvSpPr>
          <p:cNvPr id="383" name="Google Shape;383;p49"/>
          <p:cNvSpPr txBox="1"/>
          <p:nvPr/>
        </p:nvSpPr>
        <p:spPr>
          <a:xfrm>
            <a:off x="305600" y="1738075"/>
            <a:ext cx="116700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t>The</a:t>
            </a:r>
            <a:r>
              <a:rPr lang="en-US" sz="2000" b="1"/>
              <a:t> loop initialization</a:t>
            </a:r>
            <a:r>
              <a:rPr lang="en-US" sz="2000"/>
              <a:t> where we initialize our counter to a starting value. The initialization statement is executed before the loop begins.</a:t>
            </a:r>
            <a:endParaRPr sz="2000"/>
          </a:p>
          <a:p>
            <a:pPr marL="0" lvl="0" indent="0" algn="l" rtl="0">
              <a:spcBef>
                <a:spcPts val="0"/>
              </a:spcBef>
              <a:spcAft>
                <a:spcPts val="0"/>
              </a:spcAft>
              <a:buNone/>
            </a:pPr>
            <a:endParaRPr sz="2000"/>
          </a:p>
          <a:p>
            <a:pPr marL="0" lvl="0" indent="0" algn="l" rtl="0">
              <a:spcBef>
                <a:spcPts val="0"/>
              </a:spcBef>
              <a:spcAft>
                <a:spcPts val="0"/>
              </a:spcAft>
              <a:buNone/>
            </a:pPr>
            <a:r>
              <a:rPr lang="en-US" sz="2000"/>
              <a:t>The </a:t>
            </a:r>
            <a:r>
              <a:rPr lang="en-US" sz="2000" b="1"/>
              <a:t>test statement </a:t>
            </a:r>
            <a:r>
              <a:rPr lang="en-US" sz="2000"/>
              <a:t>which will test if a given condition is true or not. If the condition is true, then the code given inside the loop will be executed, otherwise the control will come out of the loop.</a:t>
            </a:r>
            <a:endParaRPr sz="2000"/>
          </a:p>
          <a:p>
            <a:pPr marL="0" lvl="0" indent="0" algn="l" rtl="0">
              <a:spcBef>
                <a:spcPts val="0"/>
              </a:spcBef>
              <a:spcAft>
                <a:spcPts val="0"/>
              </a:spcAft>
              <a:buNone/>
            </a:pPr>
            <a:endParaRPr sz="2000"/>
          </a:p>
          <a:p>
            <a:pPr marL="0" lvl="0" indent="0" algn="l" rtl="0">
              <a:spcBef>
                <a:spcPts val="0"/>
              </a:spcBef>
              <a:spcAft>
                <a:spcPts val="0"/>
              </a:spcAft>
              <a:buNone/>
            </a:pPr>
            <a:r>
              <a:rPr lang="en-US" sz="2000"/>
              <a:t>The </a:t>
            </a:r>
            <a:r>
              <a:rPr lang="en-US" sz="2000" b="1"/>
              <a:t>iteration</a:t>
            </a:r>
            <a:r>
              <a:rPr lang="en-US" sz="2000"/>
              <a:t> statement where you can increase or decrease your counter.</a:t>
            </a:r>
            <a:endParaRPr sz="2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88" name="Google Shape;388;p50"/>
          <p:cNvPicPr preferRelativeResize="0"/>
          <p:nvPr/>
        </p:nvPicPr>
        <p:blipFill>
          <a:blip r:embed="rId3">
            <a:alphaModFix/>
          </a:blip>
          <a:stretch>
            <a:fillRect/>
          </a:stretch>
        </p:blipFill>
        <p:spPr>
          <a:xfrm>
            <a:off x="477100" y="124075"/>
            <a:ext cx="6475200" cy="6770925"/>
          </a:xfrm>
          <a:prstGeom prst="rect">
            <a:avLst/>
          </a:prstGeom>
          <a:noFill/>
          <a:ln>
            <a:noFill/>
          </a:ln>
        </p:spPr>
      </p:pic>
      <p:sp>
        <p:nvSpPr>
          <p:cNvPr id="389" name="Google Shape;389;p50"/>
          <p:cNvSpPr txBox="1"/>
          <p:nvPr/>
        </p:nvSpPr>
        <p:spPr>
          <a:xfrm>
            <a:off x="7773600" y="0"/>
            <a:ext cx="4451700" cy="4248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t>Syntax</a:t>
            </a:r>
            <a:endParaRPr sz="2400" b="1"/>
          </a:p>
          <a:p>
            <a:pPr marL="0" lvl="0" indent="0" algn="l" rtl="0">
              <a:spcBef>
                <a:spcPts val="0"/>
              </a:spcBef>
              <a:spcAft>
                <a:spcPts val="0"/>
              </a:spcAft>
              <a:buNone/>
            </a:pPr>
            <a:r>
              <a:rPr lang="en-US" sz="2400" b="1"/>
              <a:t>The syntax of for loop is Solidity is as follows −</a:t>
            </a:r>
            <a:endParaRPr sz="2400" b="1"/>
          </a:p>
          <a:p>
            <a:pPr marL="0" lvl="0" indent="0" algn="l" rtl="0">
              <a:spcBef>
                <a:spcPts val="0"/>
              </a:spcBef>
              <a:spcAft>
                <a:spcPts val="0"/>
              </a:spcAft>
              <a:buNone/>
            </a:pPr>
            <a:endParaRPr sz="2400" b="1"/>
          </a:p>
          <a:p>
            <a:pPr marL="0" lvl="0" indent="0" algn="l" rtl="0">
              <a:spcBef>
                <a:spcPts val="0"/>
              </a:spcBef>
              <a:spcAft>
                <a:spcPts val="0"/>
              </a:spcAft>
              <a:buNone/>
            </a:pPr>
            <a:r>
              <a:rPr lang="en-US" sz="2400" b="1"/>
              <a:t>for (initialization; test condition; iteration statement) {</a:t>
            </a:r>
            <a:endParaRPr sz="2400" b="1"/>
          </a:p>
          <a:p>
            <a:pPr marL="0" lvl="0" indent="0" algn="l" rtl="0">
              <a:spcBef>
                <a:spcPts val="0"/>
              </a:spcBef>
              <a:spcAft>
                <a:spcPts val="0"/>
              </a:spcAft>
              <a:buNone/>
            </a:pPr>
            <a:r>
              <a:rPr lang="en-US" sz="2400" b="1"/>
              <a:t>   Statement(s) to be executed if test condition is true</a:t>
            </a:r>
            <a:endParaRPr sz="2400" b="1"/>
          </a:p>
          <a:p>
            <a:pPr marL="0" lvl="0" indent="0" algn="l" rtl="0">
              <a:spcBef>
                <a:spcPts val="0"/>
              </a:spcBef>
              <a:spcAft>
                <a:spcPts val="0"/>
              </a:spcAft>
              <a:buNone/>
            </a:pPr>
            <a:r>
              <a:rPr lang="en-US" sz="2400" b="1"/>
              <a:t>}</a:t>
            </a:r>
            <a:endParaRPr sz="2400"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1"/>
          <p:cNvSpPr txBox="1"/>
          <p:nvPr/>
        </p:nvSpPr>
        <p:spPr>
          <a:xfrm>
            <a:off x="802200" y="76400"/>
            <a:ext cx="9358800" cy="664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t>// Solidity program to </a:t>
            </a:r>
            <a:endParaRPr sz="2000"/>
          </a:p>
          <a:p>
            <a:pPr marL="0" lvl="0" indent="0" algn="l" rtl="0">
              <a:spcBef>
                <a:spcPts val="0"/>
              </a:spcBef>
              <a:spcAft>
                <a:spcPts val="0"/>
              </a:spcAft>
              <a:buNone/>
            </a:pPr>
            <a:r>
              <a:rPr lang="en-US" sz="2000"/>
              <a:t>// demonstrate the use</a:t>
            </a:r>
            <a:endParaRPr sz="2000"/>
          </a:p>
          <a:p>
            <a:pPr marL="0" lvl="0" indent="0" algn="l" rtl="0">
              <a:spcBef>
                <a:spcPts val="0"/>
              </a:spcBef>
              <a:spcAft>
                <a:spcPts val="0"/>
              </a:spcAft>
              <a:buNone/>
            </a:pPr>
            <a:r>
              <a:rPr lang="en-US" sz="2000"/>
              <a:t>// of 'For loop'</a:t>
            </a:r>
            <a:endParaRPr sz="2000"/>
          </a:p>
          <a:p>
            <a:pPr marL="0" lvl="0" indent="0" algn="l" rtl="0">
              <a:spcBef>
                <a:spcPts val="0"/>
              </a:spcBef>
              <a:spcAft>
                <a:spcPts val="0"/>
              </a:spcAft>
              <a:buNone/>
            </a:pPr>
            <a:r>
              <a:rPr lang="en-US" sz="2000"/>
              <a:t>pragma solidity ^0.5.0; </a:t>
            </a:r>
            <a:endParaRPr sz="2000"/>
          </a:p>
          <a:p>
            <a:pPr marL="0" lvl="0" indent="0" algn="l" rtl="0">
              <a:spcBef>
                <a:spcPts val="0"/>
              </a:spcBef>
              <a:spcAft>
                <a:spcPts val="0"/>
              </a:spcAft>
              <a:buNone/>
            </a:pPr>
            <a:r>
              <a:rPr lang="en-US" sz="2000"/>
              <a:t>   </a:t>
            </a:r>
            <a:endParaRPr sz="2000"/>
          </a:p>
          <a:p>
            <a:pPr marL="0" lvl="0" indent="0" algn="l" rtl="0">
              <a:spcBef>
                <a:spcPts val="0"/>
              </a:spcBef>
              <a:spcAft>
                <a:spcPts val="0"/>
              </a:spcAft>
              <a:buNone/>
            </a:pPr>
            <a:r>
              <a:rPr lang="en-US" sz="2000"/>
              <a:t>// Creating a contract</a:t>
            </a:r>
            <a:endParaRPr sz="2000"/>
          </a:p>
          <a:p>
            <a:pPr marL="0" lvl="0" indent="0" algn="l" rtl="0">
              <a:spcBef>
                <a:spcPts val="0"/>
              </a:spcBef>
              <a:spcAft>
                <a:spcPts val="0"/>
              </a:spcAft>
              <a:buNone/>
            </a:pPr>
            <a:r>
              <a:rPr lang="en-US" sz="2000"/>
              <a:t>contract Types { </a:t>
            </a:r>
            <a:endParaRPr sz="2000"/>
          </a:p>
          <a:p>
            <a:pPr marL="0" lvl="0" indent="0" algn="l" rtl="0">
              <a:spcBef>
                <a:spcPts val="0"/>
              </a:spcBef>
              <a:spcAft>
                <a:spcPts val="0"/>
              </a:spcAft>
              <a:buNone/>
            </a:pPr>
            <a:r>
              <a:rPr lang="en-US" sz="2000"/>
              <a:t>     </a:t>
            </a:r>
            <a:endParaRPr sz="2000"/>
          </a:p>
          <a:p>
            <a:pPr marL="0" lvl="0" indent="0" algn="l" rtl="0">
              <a:spcBef>
                <a:spcPts val="0"/>
              </a:spcBef>
              <a:spcAft>
                <a:spcPts val="0"/>
              </a:spcAft>
              <a:buNone/>
            </a:pPr>
            <a:r>
              <a:rPr lang="en-US" sz="2000"/>
              <a:t>    // Declaring a dynamic array </a:t>
            </a:r>
            <a:endParaRPr sz="2000"/>
          </a:p>
          <a:p>
            <a:pPr marL="0" lvl="0" indent="0" algn="l" rtl="0">
              <a:spcBef>
                <a:spcPts val="0"/>
              </a:spcBef>
              <a:spcAft>
                <a:spcPts val="0"/>
              </a:spcAft>
              <a:buNone/>
            </a:pPr>
            <a:r>
              <a:rPr lang="en-US" sz="2000"/>
              <a:t>    uint[] data; </a:t>
            </a:r>
            <a:endParaRPr sz="2000"/>
          </a:p>
          <a:p>
            <a:pPr marL="0" lvl="0" indent="0" algn="l" rtl="0">
              <a:spcBef>
                <a:spcPts val="0"/>
              </a:spcBef>
              <a:spcAft>
                <a:spcPts val="0"/>
              </a:spcAft>
              <a:buNone/>
            </a:pPr>
            <a:r>
              <a:rPr lang="en-US" sz="2000"/>
              <a:t>  </a:t>
            </a:r>
            <a:endParaRPr sz="2000"/>
          </a:p>
          <a:p>
            <a:pPr marL="0" lvl="0" indent="0" algn="l" rtl="0">
              <a:spcBef>
                <a:spcPts val="0"/>
              </a:spcBef>
              <a:spcAft>
                <a:spcPts val="0"/>
              </a:spcAft>
              <a:buNone/>
            </a:pPr>
            <a:r>
              <a:rPr lang="en-US" sz="2000"/>
              <a:t>    // Defining a function </a:t>
            </a:r>
            <a:endParaRPr sz="2000"/>
          </a:p>
          <a:p>
            <a:pPr marL="0" lvl="0" indent="0" algn="l" rtl="0">
              <a:spcBef>
                <a:spcPts val="0"/>
              </a:spcBef>
              <a:spcAft>
                <a:spcPts val="0"/>
              </a:spcAft>
              <a:buNone/>
            </a:pPr>
            <a:r>
              <a:rPr lang="en-US" sz="2000"/>
              <a:t>    // to demonstrate 'For loop'</a:t>
            </a:r>
            <a:endParaRPr sz="2000"/>
          </a:p>
          <a:p>
            <a:pPr marL="0" lvl="0" indent="0" algn="l" rtl="0">
              <a:spcBef>
                <a:spcPts val="0"/>
              </a:spcBef>
              <a:spcAft>
                <a:spcPts val="0"/>
              </a:spcAft>
              <a:buNone/>
            </a:pPr>
            <a:r>
              <a:rPr lang="en-US" sz="2000"/>
              <a:t>    function loop(</a:t>
            </a:r>
            <a:endParaRPr sz="2000"/>
          </a:p>
          <a:p>
            <a:pPr marL="0" lvl="0" indent="0" algn="l" rtl="0">
              <a:spcBef>
                <a:spcPts val="0"/>
              </a:spcBef>
              <a:spcAft>
                <a:spcPts val="0"/>
              </a:spcAft>
              <a:buNone/>
            </a:pPr>
            <a:r>
              <a:rPr lang="en-US" sz="2000"/>
              <a:t>    ) public returns(uint[] memory){</a:t>
            </a:r>
            <a:endParaRPr sz="2000"/>
          </a:p>
          <a:p>
            <a:pPr marL="0" lvl="0" indent="0" algn="l" rtl="0">
              <a:spcBef>
                <a:spcPts val="0"/>
              </a:spcBef>
              <a:spcAft>
                <a:spcPts val="0"/>
              </a:spcAft>
              <a:buNone/>
            </a:pPr>
            <a:r>
              <a:rPr lang="en-US" sz="2000"/>
              <a:t>    for(uint i=0; i&lt;5; i++){</a:t>
            </a:r>
            <a:endParaRPr sz="2000"/>
          </a:p>
          <a:p>
            <a:pPr marL="0" lvl="0" indent="0" algn="l" rtl="0">
              <a:spcBef>
                <a:spcPts val="0"/>
              </a:spcBef>
              <a:spcAft>
                <a:spcPts val="0"/>
              </a:spcAft>
              <a:buNone/>
            </a:pPr>
            <a:r>
              <a:rPr lang="en-US" sz="2000"/>
              <a:t>        data.push(i);</a:t>
            </a:r>
            <a:endParaRPr sz="2000"/>
          </a:p>
          <a:p>
            <a:pPr marL="0" lvl="0" indent="0" algn="l" rtl="0">
              <a:spcBef>
                <a:spcPts val="0"/>
              </a:spcBef>
              <a:spcAft>
                <a:spcPts val="0"/>
              </a:spcAft>
              <a:buNone/>
            </a:pPr>
            <a:r>
              <a:rPr lang="en-US" sz="2000"/>
              <a:t>     }</a:t>
            </a:r>
            <a:endParaRPr sz="2000"/>
          </a:p>
          <a:p>
            <a:pPr marL="0" lvl="0" indent="0" algn="l" rtl="0">
              <a:spcBef>
                <a:spcPts val="0"/>
              </a:spcBef>
              <a:spcAft>
                <a:spcPts val="0"/>
              </a:spcAft>
              <a:buNone/>
            </a:pPr>
            <a:r>
              <a:rPr lang="en-US" sz="2000"/>
              <a:t>      return data;</a:t>
            </a:r>
            <a:endParaRPr sz="2000"/>
          </a:p>
          <a:p>
            <a:pPr marL="0" lvl="0" indent="0" algn="l" rtl="0">
              <a:spcBef>
                <a:spcPts val="0"/>
              </a:spcBef>
              <a:spcAft>
                <a:spcPts val="0"/>
              </a:spcAft>
              <a:buNone/>
            </a:pPr>
            <a:r>
              <a:rPr lang="en-US" sz="2000"/>
              <a:t>    }</a:t>
            </a:r>
            <a:endParaRPr sz="2000"/>
          </a:p>
          <a:p>
            <a:pPr marL="0" lvl="0" indent="0" algn="l" rtl="0">
              <a:spcBef>
                <a:spcPts val="0"/>
              </a:spcBef>
              <a:spcAft>
                <a:spcPts val="0"/>
              </a:spcAft>
              <a:buNone/>
            </a:pPr>
            <a:r>
              <a:rPr lang="en-US" sz="2000"/>
              <a:t>}</a:t>
            </a:r>
            <a:endParaRPr sz="2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52"/>
          <p:cNvSpPr txBox="1"/>
          <p:nvPr/>
        </p:nvSpPr>
        <p:spPr>
          <a:xfrm>
            <a:off x="305600" y="0"/>
            <a:ext cx="120327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t>1	if statement</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a:t>The if statement is the fundamental control statement that allows Solidity to make decisions and execute statements conditionally.</a:t>
            </a:r>
            <a:endParaRPr sz="2400"/>
          </a:p>
        </p:txBody>
      </p:sp>
      <p:sp>
        <p:nvSpPr>
          <p:cNvPr id="400" name="Google Shape;400;p52"/>
          <p:cNvSpPr txBox="1"/>
          <p:nvPr/>
        </p:nvSpPr>
        <p:spPr>
          <a:xfrm>
            <a:off x="2265750" y="1528600"/>
            <a:ext cx="8270100" cy="594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a:t>// Solidity program to </a:t>
            </a:r>
            <a:endParaRPr sz="1700"/>
          </a:p>
          <a:p>
            <a:pPr marL="0" lvl="0" indent="0" algn="l" rtl="0">
              <a:spcBef>
                <a:spcPts val="0"/>
              </a:spcBef>
              <a:spcAft>
                <a:spcPts val="0"/>
              </a:spcAft>
              <a:buNone/>
            </a:pPr>
            <a:r>
              <a:rPr lang="en-US" sz="1700"/>
              <a:t>// demonstrate the </a:t>
            </a:r>
            <a:endParaRPr sz="1700"/>
          </a:p>
          <a:p>
            <a:pPr marL="0" lvl="0" indent="0" algn="l" rtl="0">
              <a:spcBef>
                <a:spcPts val="0"/>
              </a:spcBef>
              <a:spcAft>
                <a:spcPts val="0"/>
              </a:spcAft>
              <a:buNone/>
            </a:pPr>
            <a:r>
              <a:rPr lang="en-US" sz="1700"/>
              <a:t>// use of 'if statement'</a:t>
            </a:r>
            <a:endParaRPr sz="1700"/>
          </a:p>
          <a:p>
            <a:pPr marL="0" lvl="0" indent="0" algn="l" rtl="0">
              <a:spcBef>
                <a:spcPts val="0"/>
              </a:spcBef>
              <a:spcAft>
                <a:spcPts val="0"/>
              </a:spcAft>
              <a:buNone/>
            </a:pPr>
            <a:r>
              <a:rPr lang="en-US" sz="1700"/>
              <a:t>pragma solidity ^0.5.0; </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 Creating a contract</a:t>
            </a:r>
            <a:endParaRPr sz="1700"/>
          </a:p>
          <a:p>
            <a:pPr marL="0" lvl="0" indent="0" algn="l" rtl="0">
              <a:spcBef>
                <a:spcPts val="0"/>
              </a:spcBef>
              <a:spcAft>
                <a:spcPts val="0"/>
              </a:spcAft>
              <a:buNone/>
            </a:pPr>
            <a:r>
              <a:rPr lang="en-US" sz="1700"/>
              <a:t>contract Types { </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    // Declaring state variable</a:t>
            </a:r>
            <a:endParaRPr sz="1700"/>
          </a:p>
          <a:p>
            <a:pPr marL="0" lvl="0" indent="0" algn="l" rtl="0">
              <a:spcBef>
                <a:spcPts val="0"/>
              </a:spcBef>
              <a:spcAft>
                <a:spcPts val="0"/>
              </a:spcAft>
              <a:buNone/>
            </a:pPr>
            <a:r>
              <a:rPr lang="en-US" sz="1700"/>
              <a:t>    uint i = 10;</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    // Defining function to </a:t>
            </a:r>
            <a:endParaRPr sz="1700"/>
          </a:p>
          <a:p>
            <a:pPr marL="0" lvl="0" indent="0" algn="l" rtl="0">
              <a:spcBef>
                <a:spcPts val="0"/>
              </a:spcBef>
              <a:spcAft>
                <a:spcPts val="0"/>
              </a:spcAft>
              <a:buNone/>
            </a:pPr>
            <a:r>
              <a:rPr lang="en-US" sz="1700"/>
              <a:t>    // demonstrate use of </a:t>
            </a:r>
            <a:endParaRPr sz="1700"/>
          </a:p>
          <a:p>
            <a:pPr marL="0" lvl="0" indent="0" algn="l" rtl="0">
              <a:spcBef>
                <a:spcPts val="0"/>
              </a:spcBef>
              <a:spcAft>
                <a:spcPts val="0"/>
              </a:spcAft>
              <a:buNone/>
            </a:pPr>
            <a:r>
              <a:rPr lang="en-US" sz="1700"/>
              <a:t>    // 'if statement'</a:t>
            </a:r>
            <a:endParaRPr sz="1700"/>
          </a:p>
          <a:p>
            <a:pPr marL="0" lvl="0" indent="0" algn="l" rtl="0">
              <a:spcBef>
                <a:spcPts val="0"/>
              </a:spcBef>
              <a:spcAft>
                <a:spcPts val="0"/>
              </a:spcAft>
              <a:buNone/>
            </a:pPr>
            <a:r>
              <a:rPr lang="en-US" sz="1700"/>
              <a:t>    function decision_making(</a:t>
            </a:r>
            <a:endParaRPr sz="1700"/>
          </a:p>
          <a:p>
            <a:pPr marL="0" lvl="0" indent="0" algn="l" rtl="0">
              <a:spcBef>
                <a:spcPts val="0"/>
              </a:spcBef>
              <a:spcAft>
                <a:spcPts val="0"/>
              </a:spcAft>
              <a:buNone/>
            </a:pPr>
            <a:r>
              <a:rPr lang="en-US" sz="1700"/>
              <a:t>    ) public returns(bool){</a:t>
            </a:r>
            <a:endParaRPr sz="1700"/>
          </a:p>
          <a:p>
            <a:pPr marL="0" lvl="0" indent="0" algn="l" rtl="0">
              <a:spcBef>
                <a:spcPts val="0"/>
              </a:spcBef>
              <a:spcAft>
                <a:spcPts val="0"/>
              </a:spcAft>
              <a:buNone/>
            </a:pPr>
            <a:r>
              <a:rPr lang="en-US" sz="1700"/>
              <a:t>        if(i&lt;10){</a:t>
            </a:r>
            <a:endParaRPr sz="1700"/>
          </a:p>
          <a:p>
            <a:pPr marL="0" lvl="0" indent="0" algn="l" rtl="0">
              <a:spcBef>
                <a:spcPts val="0"/>
              </a:spcBef>
              <a:spcAft>
                <a:spcPts val="0"/>
              </a:spcAft>
              <a:buNone/>
            </a:pPr>
            <a:r>
              <a:rPr lang="en-US" sz="1700"/>
              <a:t>            return true;</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a:t>
            </a:r>
            <a:endParaRPr sz="17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53"/>
          <p:cNvSpPr txBox="1"/>
          <p:nvPr/>
        </p:nvSpPr>
        <p:spPr>
          <a:xfrm>
            <a:off x="171900" y="0"/>
            <a:ext cx="12128400" cy="167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500" b="1"/>
              <a:t>2	if...else statement</a:t>
            </a:r>
            <a:endParaRPr sz="2500" b="1"/>
          </a:p>
          <a:p>
            <a:pPr marL="0" lvl="0" indent="0" algn="l" rtl="0">
              <a:spcBef>
                <a:spcPts val="0"/>
              </a:spcBef>
              <a:spcAft>
                <a:spcPts val="0"/>
              </a:spcAft>
              <a:buNone/>
            </a:pPr>
            <a:endParaRPr sz="2400"/>
          </a:p>
          <a:p>
            <a:pPr marL="0" lvl="0" indent="0" algn="l" rtl="0">
              <a:spcBef>
                <a:spcPts val="0"/>
              </a:spcBef>
              <a:spcAft>
                <a:spcPts val="0"/>
              </a:spcAft>
              <a:buNone/>
            </a:pPr>
            <a:r>
              <a:rPr lang="en-US" sz="2400"/>
              <a:t>The 'if...else' statement is the next form of control statement that allows Solidity to execute statements in a more controlled way.</a:t>
            </a:r>
            <a:endParaRPr sz="2400"/>
          </a:p>
        </p:txBody>
      </p:sp>
      <p:sp>
        <p:nvSpPr>
          <p:cNvPr id="406" name="Google Shape;406;p53"/>
          <p:cNvSpPr txBox="1"/>
          <p:nvPr/>
        </p:nvSpPr>
        <p:spPr>
          <a:xfrm>
            <a:off x="171900" y="2081850"/>
            <a:ext cx="5328900" cy="458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t>// Solidity program to</a:t>
            </a:r>
            <a:endParaRPr sz="2200"/>
          </a:p>
          <a:p>
            <a:pPr marL="0" lvl="0" indent="0" algn="l" rtl="0">
              <a:spcBef>
                <a:spcPts val="0"/>
              </a:spcBef>
              <a:spcAft>
                <a:spcPts val="0"/>
              </a:spcAft>
              <a:buNone/>
            </a:pPr>
            <a:r>
              <a:rPr lang="en-US" sz="2200"/>
              <a:t>// demonstrate the use of</a:t>
            </a:r>
            <a:endParaRPr sz="2200"/>
          </a:p>
          <a:p>
            <a:pPr marL="0" lvl="0" indent="0" algn="l" rtl="0">
              <a:spcBef>
                <a:spcPts val="0"/>
              </a:spcBef>
              <a:spcAft>
                <a:spcPts val="0"/>
              </a:spcAft>
              <a:buNone/>
            </a:pPr>
            <a:r>
              <a:rPr lang="en-US" sz="2200"/>
              <a:t>// 'if...else' statement</a:t>
            </a:r>
            <a:endParaRPr sz="2200"/>
          </a:p>
          <a:p>
            <a:pPr marL="0" lvl="0" indent="0" algn="l" rtl="0">
              <a:spcBef>
                <a:spcPts val="0"/>
              </a:spcBef>
              <a:spcAft>
                <a:spcPts val="0"/>
              </a:spcAft>
              <a:buNone/>
            </a:pPr>
            <a:r>
              <a:rPr lang="en-US" sz="2200"/>
              <a:t>pragma solidity ^0.5.0;</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Creating a contract</a:t>
            </a:r>
            <a:endParaRPr sz="2200"/>
          </a:p>
          <a:p>
            <a:pPr marL="0" lvl="0" indent="0" algn="l" rtl="0">
              <a:spcBef>
                <a:spcPts val="0"/>
              </a:spcBef>
              <a:spcAft>
                <a:spcPts val="0"/>
              </a:spcAft>
              <a:buNone/>
            </a:pPr>
            <a:r>
              <a:rPr lang="en-US" sz="2200"/>
              <a:t>contract Types {</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 Declaring state variables</a:t>
            </a:r>
            <a:endParaRPr sz="2200"/>
          </a:p>
          <a:p>
            <a:pPr marL="0" lvl="0" indent="0" algn="l" rtl="0">
              <a:spcBef>
                <a:spcPts val="0"/>
              </a:spcBef>
              <a:spcAft>
                <a:spcPts val="0"/>
              </a:spcAft>
              <a:buNone/>
            </a:pPr>
            <a:r>
              <a:rPr lang="en-US" sz="2200"/>
              <a:t>	uint i = 10;</a:t>
            </a:r>
            <a:endParaRPr sz="2200"/>
          </a:p>
          <a:p>
            <a:pPr marL="0" lvl="0" indent="0" algn="l" rtl="0">
              <a:spcBef>
                <a:spcPts val="0"/>
              </a:spcBef>
              <a:spcAft>
                <a:spcPts val="0"/>
              </a:spcAft>
              <a:buNone/>
            </a:pPr>
            <a:r>
              <a:rPr lang="en-US" sz="2200"/>
              <a:t>	bool even;</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 </a:t>
            </a:r>
            <a:endParaRPr sz="2200"/>
          </a:p>
        </p:txBody>
      </p:sp>
      <p:sp>
        <p:nvSpPr>
          <p:cNvPr id="407" name="Google Shape;407;p53"/>
          <p:cNvSpPr txBox="1"/>
          <p:nvPr/>
        </p:nvSpPr>
        <p:spPr>
          <a:xfrm>
            <a:off x="5137850" y="1871775"/>
            <a:ext cx="6742200" cy="526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solidFill>
                  <a:schemeClr val="dk1"/>
                </a:solidFill>
              </a:rPr>
              <a:t>Defining function to</a:t>
            </a:r>
            <a:endParaRPr sz="2200">
              <a:solidFill>
                <a:schemeClr val="dk1"/>
              </a:solidFill>
            </a:endParaRPr>
          </a:p>
          <a:p>
            <a:pPr marL="0" lvl="0" indent="0" algn="l" rtl="0">
              <a:spcBef>
                <a:spcPts val="0"/>
              </a:spcBef>
              <a:spcAft>
                <a:spcPts val="0"/>
              </a:spcAft>
              <a:buNone/>
            </a:pPr>
            <a:r>
              <a:rPr lang="en-US" sz="2200">
                <a:solidFill>
                  <a:schemeClr val="dk1"/>
                </a:solidFill>
              </a:rPr>
              <a:t>	// demonstrate the use of</a:t>
            </a:r>
            <a:endParaRPr sz="2200">
              <a:solidFill>
                <a:schemeClr val="dk1"/>
              </a:solidFill>
            </a:endParaRPr>
          </a:p>
          <a:p>
            <a:pPr marL="0" lvl="0" indent="0" algn="l" rtl="0">
              <a:spcBef>
                <a:spcPts val="0"/>
              </a:spcBef>
              <a:spcAft>
                <a:spcPts val="0"/>
              </a:spcAft>
              <a:buNone/>
            </a:pPr>
            <a:r>
              <a:rPr lang="en-US" sz="2200">
                <a:solidFill>
                  <a:schemeClr val="dk1"/>
                </a:solidFill>
              </a:rPr>
              <a:t>	// 'if...else statement'</a:t>
            </a:r>
            <a:endParaRPr sz="2200">
              <a:solidFill>
                <a:schemeClr val="dk1"/>
              </a:solidFill>
            </a:endParaRPr>
          </a:p>
          <a:p>
            <a:pPr marL="0" lvl="0" indent="0" algn="l" rtl="0">
              <a:spcBef>
                <a:spcPts val="0"/>
              </a:spcBef>
              <a:spcAft>
                <a:spcPts val="0"/>
              </a:spcAft>
              <a:buNone/>
            </a:pPr>
            <a:r>
              <a:rPr lang="en-US" sz="2200">
                <a:solidFill>
                  <a:schemeClr val="dk1"/>
                </a:solidFill>
              </a:rPr>
              <a:t>	function decision_making(</a:t>
            </a:r>
            <a:endParaRPr sz="2200">
              <a:solidFill>
                <a:schemeClr val="dk1"/>
              </a:solidFill>
            </a:endParaRPr>
          </a:p>
          <a:p>
            <a:pPr marL="0" lvl="0" indent="0" algn="l" rtl="0">
              <a:spcBef>
                <a:spcPts val="0"/>
              </a:spcBef>
              <a:spcAft>
                <a:spcPts val="0"/>
              </a:spcAft>
              <a:buNone/>
            </a:pPr>
            <a:r>
              <a:rPr lang="en-US" sz="2200">
                <a:solidFill>
                  <a:schemeClr val="dk1"/>
                </a:solidFill>
              </a:rPr>
              <a:t>	) public payable returns(bool){</a:t>
            </a:r>
            <a:endParaRPr sz="2200">
              <a:solidFill>
                <a:schemeClr val="dk1"/>
              </a:solidFill>
            </a:endParaRPr>
          </a:p>
          <a:p>
            <a:pPr marL="0" lvl="0" indent="0" algn="l" rtl="0">
              <a:spcBef>
                <a:spcPts val="0"/>
              </a:spcBef>
              <a:spcAft>
                <a:spcPts val="0"/>
              </a:spcAft>
              <a:buNone/>
            </a:pPr>
            <a:r>
              <a:rPr lang="en-US" sz="2200">
                <a:solidFill>
                  <a:schemeClr val="dk1"/>
                </a:solidFill>
              </a:rPr>
              <a:t>		if(i%2 == 0){</a:t>
            </a:r>
            <a:endParaRPr sz="2200">
              <a:solidFill>
                <a:schemeClr val="dk1"/>
              </a:solidFill>
            </a:endParaRPr>
          </a:p>
          <a:p>
            <a:pPr marL="0" lvl="0" indent="0" algn="l" rtl="0">
              <a:spcBef>
                <a:spcPts val="0"/>
              </a:spcBef>
              <a:spcAft>
                <a:spcPts val="0"/>
              </a:spcAft>
              <a:buNone/>
            </a:pPr>
            <a:r>
              <a:rPr lang="en-US" sz="2200">
                <a:solidFill>
                  <a:schemeClr val="dk1"/>
                </a:solidFill>
              </a:rPr>
              <a:t>			even = true;</a:t>
            </a:r>
            <a:endParaRPr sz="2200">
              <a:solidFill>
                <a:schemeClr val="dk1"/>
              </a:solidFill>
            </a:endParaRPr>
          </a:p>
          <a:p>
            <a:pPr marL="0" lvl="0" indent="0" algn="l" rtl="0">
              <a:spcBef>
                <a:spcPts val="0"/>
              </a:spcBef>
              <a:spcAft>
                <a:spcPts val="0"/>
              </a:spcAft>
              <a:buNone/>
            </a:pPr>
            <a:r>
              <a:rPr lang="en-US" sz="2200">
                <a:solidFill>
                  <a:schemeClr val="dk1"/>
                </a:solidFill>
              </a:rPr>
              <a:t>		}</a:t>
            </a:r>
            <a:endParaRPr sz="2200">
              <a:solidFill>
                <a:schemeClr val="dk1"/>
              </a:solidFill>
            </a:endParaRPr>
          </a:p>
          <a:p>
            <a:pPr marL="0" lvl="0" indent="0" algn="l" rtl="0">
              <a:spcBef>
                <a:spcPts val="0"/>
              </a:spcBef>
              <a:spcAft>
                <a:spcPts val="0"/>
              </a:spcAft>
              <a:buNone/>
            </a:pPr>
            <a:r>
              <a:rPr lang="en-US" sz="2200">
                <a:solidFill>
                  <a:schemeClr val="dk1"/>
                </a:solidFill>
              </a:rPr>
              <a:t>		else{</a:t>
            </a:r>
            <a:endParaRPr sz="2200">
              <a:solidFill>
                <a:schemeClr val="dk1"/>
              </a:solidFill>
            </a:endParaRPr>
          </a:p>
          <a:p>
            <a:pPr marL="0" lvl="0" indent="0" algn="l" rtl="0">
              <a:spcBef>
                <a:spcPts val="0"/>
              </a:spcBef>
              <a:spcAft>
                <a:spcPts val="0"/>
              </a:spcAft>
              <a:buNone/>
            </a:pPr>
            <a:r>
              <a:rPr lang="en-US" sz="2200">
                <a:solidFill>
                  <a:schemeClr val="dk1"/>
                </a:solidFill>
              </a:rPr>
              <a:t>			even = false;</a:t>
            </a:r>
            <a:endParaRPr sz="2200">
              <a:solidFill>
                <a:schemeClr val="dk1"/>
              </a:solidFill>
            </a:endParaRPr>
          </a:p>
          <a:p>
            <a:pPr marL="0" lvl="0" indent="0" algn="l" rtl="0">
              <a:spcBef>
                <a:spcPts val="0"/>
              </a:spcBef>
              <a:spcAft>
                <a:spcPts val="0"/>
              </a:spcAft>
              <a:buNone/>
            </a:pPr>
            <a:r>
              <a:rPr lang="en-US" sz="2200">
                <a:solidFill>
                  <a:schemeClr val="dk1"/>
                </a:solidFill>
              </a:rPr>
              <a:t>		}</a:t>
            </a:r>
            <a:endParaRPr sz="2200">
              <a:solidFill>
                <a:schemeClr val="dk1"/>
              </a:solidFill>
            </a:endParaRPr>
          </a:p>
          <a:p>
            <a:pPr marL="0" lvl="0" indent="0" algn="l" rtl="0">
              <a:spcBef>
                <a:spcPts val="0"/>
              </a:spcBef>
              <a:spcAft>
                <a:spcPts val="0"/>
              </a:spcAft>
              <a:buNone/>
            </a:pPr>
            <a:r>
              <a:rPr lang="en-US" sz="2200">
                <a:solidFill>
                  <a:schemeClr val="dk1"/>
                </a:solidFill>
              </a:rPr>
              <a:t>		return even;</a:t>
            </a:r>
            <a:endParaRPr sz="2200">
              <a:solidFill>
                <a:schemeClr val="dk1"/>
              </a:solidFill>
            </a:endParaRPr>
          </a:p>
          <a:p>
            <a:pPr marL="0" lvl="0" indent="0" algn="l" rtl="0">
              <a:spcBef>
                <a:spcPts val="0"/>
              </a:spcBef>
              <a:spcAft>
                <a:spcPts val="0"/>
              </a:spcAft>
              <a:buNone/>
            </a:pPr>
            <a:r>
              <a:rPr lang="en-US" sz="2200">
                <a:solidFill>
                  <a:schemeClr val="dk1"/>
                </a:solidFill>
              </a:rPr>
              <a:t>	}</a:t>
            </a:r>
            <a:endParaRPr sz="2200">
              <a:solidFill>
                <a:schemeClr val="dk1"/>
              </a:solidFill>
            </a:endParaRPr>
          </a:p>
          <a:p>
            <a:pPr marL="0" lvl="0" indent="0" algn="l" rtl="0">
              <a:spcBef>
                <a:spcPts val="0"/>
              </a:spcBef>
              <a:spcAft>
                <a:spcPts val="0"/>
              </a:spcAft>
              <a:buNone/>
            </a:pPr>
            <a:r>
              <a:rPr lang="en-US" sz="2200">
                <a:solidFill>
                  <a:schemeClr val="dk1"/>
                </a:solidFill>
              </a:rPr>
              <a:t>	</a:t>
            </a:r>
            <a:endParaRPr sz="2200">
              <a:solidFill>
                <a:schemeClr val="dk1"/>
              </a:solidFill>
            </a:endParaRPr>
          </a:p>
          <a:p>
            <a:pPr marL="0" lvl="0" indent="0" algn="l" rtl="0">
              <a:spcBef>
                <a:spcPts val="0"/>
              </a:spcBef>
              <a:spcAft>
                <a:spcPts val="0"/>
              </a:spcAft>
              <a:buNone/>
            </a:pPr>
            <a:r>
              <a:rPr lang="en-US" sz="2200">
                <a:solidFill>
                  <a:schemeClr val="dk1"/>
                </a:solidFill>
              </a:rPr>
              <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54"/>
          <p:cNvSpPr txBox="1"/>
          <p:nvPr/>
        </p:nvSpPr>
        <p:spPr>
          <a:xfrm>
            <a:off x="191000" y="0"/>
            <a:ext cx="119946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t>if...else if... statement.</a:t>
            </a:r>
            <a:endParaRPr sz="2400" b="1"/>
          </a:p>
          <a:p>
            <a:pPr marL="0" lvl="0" indent="0" algn="l" rtl="0">
              <a:spcBef>
                <a:spcPts val="0"/>
              </a:spcBef>
              <a:spcAft>
                <a:spcPts val="0"/>
              </a:spcAft>
              <a:buNone/>
            </a:pPr>
            <a:endParaRPr sz="2200"/>
          </a:p>
          <a:p>
            <a:pPr marL="0" lvl="0" indent="0" algn="l" rtl="0">
              <a:spcBef>
                <a:spcPts val="0"/>
              </a:spcBef>
              <a:spcAft>
                <a:spcPts val="0"/>
              </a:spcAft>
              <a:buNone/>
            </a:pPr>
            <a:r>
              <a:rPr lang="en-US" sz="2200"/>
              <a:t>The if...else if... statement is an advanced form of if...else that allows Solidity to make a correct decision out of several conditions.</a:t>
            </a:r>
            <a:endParaRPr sz="2200"/>
          </a:p>
        </p:txBody>
      </p:sp>
      <p:sp>
        <p:nvSpPr>
          <p:cNvPr id="413" name="Google Shape;413;p54"/>
          <p:cNvSpPr txBox="1"/>
          <p:nvPr/>
        </p:nvSpPr>
        <p:spPr>
          <a:xfrm>
            <a:off x="305625" y="1569900"/>
            <a:ext cx="5023200" cy="4710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t>pragma solidity ^0.5.0; </a:t>
            </a:r>
            <a:endParaRPr sz="2100" b="1"/>
          </a:p>
          <a:p>
            <a:pPr marL="0" lvl="0" indent="0" algn="l" rtl="0">
              <a:spcBef>
                <a:spcPts val="0"/>
              </a:spcBef>
              <a:spcAft>
                <a:spcPts val="0"/>
              </a:spcAft>
              <a:buNone/>
            </a:pPr>
            <a:r>
              <a:rPr lang="en-US" sz="2100" b="1"/>
              <a:t>  </a:t>
            </a:r>
            <a:endParaRPr sz="2100" b="1"/>
          </a:p>
          <a:p>
            <a:pPr marL="0" lvl="0" indent="0" algn="l" rtl="0">
              <a:spcBef>
                <a:spcPts val="0"/>
              </a:spcBef>
              <a:spcAft>
                <a:spcPts val="0"/>
              </a:spcAft>
              <a:buNone/>
            </a:pPr>
            <a:r>
              <a:rPr lang="en-US" sz="2100" b="1"/>
              <a:t>// Creating a contract </a:t>
            </a:r>
            <a:endParaRPr sz="2100" b="1"/>
          </a:p>
          <a:p>
            <a:pPr marL="0" lvl="0" indent="0" algn="l" rtl="0">
              <a:spcBef>
                <a:spcPts val="0"/>
              </a:spcBef>
              <a:spcAft>
                <a:spcPts val="0"/>
              </a:spcAft>
              <a:buNone/>
            </a:pPr>
            <a:r>
              <a:rPr lang="en-US" sz="2100" b="1"/>
              <a:t>contract Types { </a:t>
            </a:r>
            <a:endParaRPr sz="2100" b="1"/>
          </a:p>
          <a:p>
            <a:pPr marL="0" lvl="0" indent="0" algn="l" rtl="0">
              <a:spcBef>
                <a:spcPts val="0"/>
              </a:spcBef>
              <a:spcAft>
                <a:spcPts val="0"/>
              </a:spcAft>
              <a:buNone/>
            </a:pPr>
            <a:r>
              <a:rPr lang="en-US" sz="2100" b="1"/>
              <a:t>  </a:t>
            </a:r>
            <a:endParaRPr sz="2100" b="1"/>
          </a:p>
          <a:p>
            <a:pPr marL="0" lvl="0" indent="0" algn="l" rtl="0">
              <a:spcBef>
                <a:spcPts val="0"/>
              </a:spcBef>
              <a:spcAft>
                <a:spcPts val="0"/>
              </a:spcAft>
              <a:buNone/>
            </a:pPr>
            <a:r>
              <a:rPr lang="en-US" sz="2100" b="1"/>
              <a:t>    // Declaring state variables</a:t>
            </a:r>
            <a:endParaRPr sz="2100" b="1"/>
          </a:p>
          <a:p>
            <a:pPr marL="0" lvl="0" indent="0" algn="l" rtl="0">
              <a:spcBef>
                <a:spcPts val="0"/>
              </a:spcBef>
              <a:spcAft>
                <a:spcPts val="0"/>
              </a:spcAft>
              <a:buNone/>
            </a:pPr>
            <a:r>
              <a:rPr lang="en-US" sz="2100" b="1"/>
              <a:t>    uint i = 10;</a:t>
            </a:r>
            <a:endParaRPr sz="2100" b="1"/>
          </a:p>
          <a:p>
            <a:pPr marL="0" lvl="0" indent="0" algn="l" rtl="0">
              <a:spcBef>
                <a:spcPts val="0"/>
              </a:spcBef>
              <a:spcAft>
                <a:spcPts val="0"/>
              </a:spcAft>
              <a:buNone/>
            </a:pPr>
            <a:r>
              <a:rPr lang="en-US" sz="2100" b="1"/>
              <a:t>    string result;</a:t>
            </a:r>
            <a:endParaRPr sz="2100" b="1"/>
          </a:p>
          <a:p>
            <a:pPr marL="0" lvl="0" indent="0" algn="l" rtl="0">
              <a:spcBef>
                <a:spcPts val="0"/>
              </a:spcBef>
              <a:spcAft>
                <a:spcPts val="0"/>
              </a:spcAft>
              <a:buNone/>
            </a:pPr>
            <a:r>
              <a:rPr lang="en-US" sz="2100" b="1"/>
              <a:t>  </a:t>
            </a:r>
            <a:endParaRPr sz="2100" b="1"/>
          </a:p>
          <a:p>
            <a:pPr marL="0" lvl="0" indent="0" algn="l" rtl="0">
              <a:spcBef>
                <a:spcPts val="0"/>
              </a:spcBef>
              <a:spcAft>
                <a:spcPts val="0"/>
              </a:spcAft>
              <a:buNone/>
            </a:pPr>
            <a:r>
              <a:rPr lang="en-US" sz="2100" b="1"/>
              <a:t>    // Defining function to </a:t>
            </a:r>
            <a:endParaRPr sz="2100" b="1"/>
          </a:p>
          <a:p>
            <a:pPr marL="0" lvl="0" indent="0" algn="l" rtl="0">
              <a:spcBef>
                <a:spcPts val="0"/>
              </a:spcBef>
              <a:spcAft>
                <a:spcPts val="0"/>
              </a:spcAft>
              <a:buNone/>
            </a:pPr>
            <a:r>
              <a:rPr lang="en-US" sz="2100" b="1"/>
              <a:t>    // demonstrate the use</a:t>
            </a:r>
            <a:endParaRPr sz="2100" b="1"/>
          </a:p>
          <a:p>
            <a:pPr marL="0" lvl="0" indent="0" algn="l" rtl="0">
              <a:spcBef>
                <a:spcPts val="0"/>
              </a:spcBef>
              <a:spcAft>
                <a:spcPts val="0"/>
              </a:spcAft>
              <a:buNone/>
            </a:pPr>
            <a:r>
              <a:rPr lang="en-US" sz="2100" b="1"/>
              <a:t>    // of 'if...else if...else </a:t>
            </a:r>
            <a:endParaRPr sz="2100" b="1"/>
          </a:p>
          <a:p>
            <a:pPr marL="0" lvl="0" indent="0" algn="l" rtl="0">
              <a:spcBef>
                <a:spcPts val="0"/>
              </a:spcBef>
              <a:spcAft>
                <a:spcPts val="0"/>
              </a:spcAft>
              <a:buNone/>
            </a:pPr>
            <a:r>
              <a:rPr lang="en-US" sz="2100" b="1"/>
              <a:t>    // statement'</a:t>
            </a:r>
            <a:endParaRPr sz="2100" b="1"/>
          </a:p>
          <a:p>
            <a:pPr marL="0" lvl="0" indent="0" algn="l" rtl="0">
              <a:spcBef>
                <a:spcPts val="0"/>
              </a:spcBef>
              <a:spcAft>
                <a:spcPts val="0"/>
              </a:spcAft>
              <a:buNone/>
            </a:pPr>
            <a:endParaRPr sz="2100" b="1"/>
          </a:p>
        </p:txBody>
      </p:sp>
      <p:sp>
        <p:nvSpPr>
          <p:cNvPr id="414" name="Google Shape;414;p54"/>
          <p:cNvSpPr txBox="1"/>
          <p:nvPr/>
        </p:nvSpPr>
        <p:spPr>
          <a:xfrm>
            <a:off x="6207425" y="1661675"/>
            <a:ext cx="5023200" cy="503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US" sz="2100" b="1"/>
              <a:t>   function decision_making(</a:t>
            </a:r>
            <a:endParaRPr sz="2100" b="1"/>
          </a:p>
          <a:p>
            <a:pPr marL="0" marR="0" lvl="0" indent="0" algn="l" rtl="0">
              <a:lnSpc>
                <a:spcPct val="100000"/>
              </a:lnSpc>
              <a:spcBef>
                <a:spcPts val="0"/>
              </a:spcBef>
              <a:spcAft>
                <a:spcPts val="0"/>
              </a:spcAft>
              <a:buNone/>
            </a:pPr>
            <a:r>
              <a:rPr lang="en-US" sz="2100" b="1"/>
              <a:t>    ) public returns(string memory){</a:t>
            </a:r>
            <a:endParaRPr sz="2100" b="1"/>
          </a:p>
          <a:p>
            <a:pPr marL="0" marR="0" lvl="0" indent="0" algn="l" rtl="0">
              <a:lnSpc>
                <a:spcPct val="100000"/>
              </a:lnSpc>
              <a:spcBef>
                <a:spcPts val="0"/>
              </a:spcBef>
              <a:spcAft>
                <a:spcPts val="0"/>
              </a:spcAft>
              <a:buNone/>
            </a:pPr>
            <a:r>
              <a:rPr lang="en-US" sz="2100" b="1"/>
              <a:t>        if(i&lt;10){</a:t>
            </a:r>
            <a:endParaRPr sz="2100" b="1"/>
          </a:p>
          <a:p>
            <a:pPr marL="0" marR="0" lvl="0" indent="0" algn="l" rtl="0">
              <a:lnSpc>
                <a:spcPct val="100000"/>
              </a:lnSpc>
              <a:spcBef>
                <a:spcPts val="0"/>
              </a:spcBef>
              <a:spcAft>
                <a:spcPts val="0"/>
              </a:spcAft>
              <a:buNone/>
            </a:pPr>
            <a:r>
              <a:rPr lang="en-US" sz="2100" b="1"/>
              <a:t>            result = "less than 10";</a:t>
            </a:r>
            <a:endParaRPr sz="2100" b="1"/>
          </a:p>
          <a:p>
            <a:pPr marL="0" marR="0" lvl="0" indent="0" algn="l" rtl="0">
              <a:lnSpc>
                <a:spcPct val="100000"/>
              </a:lnSpc>
              <a:spcBef>
                <a:spcPts val="0"/>
              </a:spcBef>
              <a:spcAft>
                <a:spcPts val="0"/>
              </a:spcAft>
              <a:buNone/>
            </a:pPr>
            <a:r>
              <a:rPr lang="en-US" sz="2100" b="1"/>
              <a:t>        }</a:t>
            </a:r>
            <a:endParaRPr sz="2100" b="1"/>
          </a:p>
          <a:p>
            <a:pPr marL="0" marR="0" lvl="0" indent="0" algn="l" rtl="0">
              <a:lnSpc>
                <a:spcPct val="100000"/>
              </a:lnSpc>
              <a:spcBef>
                <a:spcPts val="0"/>
              </a:spcBef>
              <a:spcAft>
                <a:spcPts val="0"/>
              </a:spcAft>
              <a:buNone/>
            </a:pPr>
            <a:r>
              <a:rPr lang="en-US" sz="2100" b="1"/>
              <a:t>        else if(i == 10){</a:t>
            </a:r>
            <a:endParaRPr sz="2100" b="1"/>
          </a:p>
          <a:p>
            <a:pPr marL="0" marR="0" lvl="0" indent="0" algn="l" rtl="0">
              <a:lnSpc>
                <a:spcPct val="100000"/>
              </a:lnSpc>
              <a:spcBef>
                <a:spcPts val="0"/>
              </a:spcBef>
              <a:spcAft>
                <a:spcPts val="0"/>
              </a:spcAft>
              <a:buNone/>
            </a:pPr>
            <a:r>
              <a:rPr lang="en-US" sz="2100" b="1"/>
              <a:t>            result = "equal to 10";</a:t>
            </a:r>
            <a:endParaRPr sz="2100" b="1"/>
          </a:p>
          <a:p>
            <a:pPr marL="0" marR="0" lvl="0" indent="0" algn="l" rtl="0">
              <a:lnSpc>
                <a:spcPct val="100000"/>
              </a:lnSpc>
              <a:spcBef>
                <a:spcPts val="0"/>
              </a:spcBef>
              <a:spcAft>
                <a:spcPts val="0"/>
              </a:spcAft>
              <a:buNone/>
            </a:pPr>
            <a:r>
              <a:rPr lang="en-US" sz="2100" b="1"/>
              <a:t>        }</a:t>
            </a:r>
            <a:endParaRPr sz="2100" b="1"/>
          </a:p>
          <a:p>
            <a:pPr marL="0" marR="0" lvl="0" indent="0" algn="l" rtl="0">
              <a:lnSpc>
                <a:spcPct val="100000"/>
              </a:lnSpc>
              <a:spcBef>
                <a:spcPts val="0"/>
              </a:spcBef>
              <a:spcAft>
                <a:spcPts val="0"/>
              </a:spcAft>
              <a:buNone/>
            </a:pPr>
            <a:r>
              <a:rPr lang="en-US" sz="2100" b="1"/>
              <a:t>        else{</a:t>
            </a:r>
            <a:endParaRPr sz="2100" b="1"/>
          </a:p>
          <a:p>
            <a:pPr marL="0" marR="0" lvl="0" indent="0" algn="l" rtl="0">
              <a:lnSpc>
                <a:spcPct val="100000"/>
              </a:lnSpc>
              <a:spcBef>
                <a:spcPts val="0"/>
              </a:spcBef>
              <a:spcAft>
                <a:spcPts val="0"/>
              </a:spcAft>
              <a:buNone/>
            </a:pPr>
            <a:r>
              <a:rPr lang="en-US" sz="2100" b="1"/>
              <a:t>            result = "greater than 10";</a:t>
            </a:r>
            <a:endParaRPr sz="2100" b="1"/>
          </a:p>
          <a:p>
            <a:pPr marL="0" marR="0" lvl="0" indent="0" algn="l" rtl="0">
              <a:lnSpc>
                <a:spcPct val="100000"/>
              </a:lnSpc>
              <a:spcBef>
                <a:spcPts val="0"/>
              </a:spcBef>
              <a:spcAft>
                <a:spcPts val="0"/>
              </a:spcAft>
              <a:buNone/>
            </a:pPr>
            <a:r>
              <a:rPr lang="en-US" sz="2100" b="1"/>
              <a:t>        }</a:t>
            </a:r>
            <a:endParaRPr sz="2100" b="1"/>
          </a:p>
          <a:p>
            <a:pPr marL="0" marR="0" lvl="0" indent="0" algn="l" rtl="0">
              <a:lnSpc>
                <a:spcPct val="100000"/>
              </a:lnSpc>
              <a:spcBef>
                <a:spcPts val="0"/>
              </a:spcBef>
              <a:spcAft>
                <a:spcPts val="0"/>
              </a:spcAft>
              <a:buNone/>
            </a:pPr>
            <a:r>
              <a:rPr lang="en-US" sz="2100" b="1"/>
              <a:t>        return result;</a:t>
            </a:r>
            <a:endParaRPr sz="2100" b="1"/>
          </a:p>
          <a:p>
            <a:pPr marL="0" marR="0" lvl="0" indent="0" algn="l" rtl="0">
              <a:lnSpc>
                <a:spcPct val="100000"/>
              </a:lnSpc>
              <a:spcBef>
                <a:spcPts val="0"/>
              </a:spcBef>
              <a:spcAft>
                <a:spcPts val="0"/>
              </a:spcAft>
              <a:buNone/>
            </a:pPr>
            <a:r>
              <a:rPr lang="en-US" sz="2100" b="1"/>
              <a:t>    }</a:t>
            </a:r>
            <a:endParaRPr sz="2100" b="1"/>
          </a:p>
          <a:p>
            <a:pPr marL="0" marR="0" lvl="0" indent="0" algn="l" rtl="0">
              <a:lnSpc>
                <a:spcPct val="100000"/>
              </a:lnSpc>
              <a:spcBef>
                <a:spcPts val="0"/>
              </a:spcBef>
              <a:spcAft>
                <a:spcPts val="0"/>
              </a:spcAft>
              <a:buNone/>
            </a:pPr>
            <a:r>
              <a:rPr lang="en-US" sz="2100" b="1"/>
              <a:t>      </a:t>
            </a:r>
            <a:endParaRPr sz="2100" b="1"/>
          </a:p>
          <a:p>
            <a:pPr marL="0" marR="0" lvl="0" indent="0" algn="l" rtl="0">
              <a:lnSpc>
                <a:spcPct val="100000"/>
              </a:lnSpc>
              <a:spcBef>
                <a:spcPts val="0"/>
              </a:spcBef>
              <a:spcAft>
                <a:spcPts val="0"/>
              </a:spcAft>
              <a:buNone/>
            </a:pPr>
            <a:r>
              <a:rPr lang="en-US" sz="2100" b="1"/>
              <a:t>}</a:t>
            </a:r>
            <a:endParaRPr sz="2100" b="1"/>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5"/>
          <p:cNvSpPr txBox="1"/>
          <p:nvPr/>
        </p:nvSpPr>
        <p:spPr>
          <a:xfrm>
            <a:off x="248300" y="95500"/>
            <a:ext cx="11841900" cy="201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100" b="1"/>
              <a:t>Structs</a:t>
            </a:r>
            <a:endParaRPr sz="3100" b="1"/>
          </a:p>
          <a:p>
            <a:pPr marL="0" lvl="0" indent="0" algn="l" rtl="0">
              <a:spcBef>
                <a:spcPts val="0"/>
              </a:spcBef>
              <a:spcAft>
                <a:spcPts val="0"/>
              </a:spcAft>
              <a:buNone/>
            </a:pPr>
            <a:r>
              <a:rPr lang="en-US" sz="2200"/>
              <a:t> </a:t>
            </a:r>
            <a:endParaRPr sz="2200"/>
          </a:p>
          <a:p>
            <a:pPr marL="0" lvl="0" indent="0" algn="l" rtl="0">
              <a:spcBef>
                <a:spcPts val="0"/>
              </a:spcBef>
              <a:spcAft>
                <a:spcPts val="0"/>
              </a:spcAft>
              <a:buNone/>
            </a:pPr>
            <a:r>
              <a:rPr lang="en-US" sz="2200"/>
              <a:t>Solidity enables users to create their own type in the form of Structure. The structure is the group of different types although it is not possible to contain a member of its own type. Structure is a reference type variable and can contain both - value types and reference types.</a:t>
            </a:r>
            <a:endParaRPr sz="2200"/>
          </a:p>
        </p:txBody>
      </p:sp>
      <p:sp>
        <p:nvSpPr>
          <p:cNvPr id="420" name="Google Shape;420;p55"/>
          <p:cNvSpPr txBox="1"/>
          <p:nvPr/>
        </p:nvSpPr>
        <p:spPr>
          <a:xfrm>
            <a:off x="2979550" y="2111800"/>
            <a:ext cx="8308500" cy="153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t>Declaration</a:t>
            </a:r>
            <a:endParaRPr sz="2200"/>
          </a:p>
          <a:p>
            <a:pPr marL="0" lvl="0" indent="0" algn="l" rtl="0">
              <a:spcBef>
                <a:spcPts val="0"/>
              </a:spcBef>
              <a:spcAft>
                <a:spcPts val="0"/>
              </a:spcAft>
              <a:buNone/>
            </a:pPr>
            <a:r>
              <a:rPr lang="en-US" sz="2200"/>
              <a:t>struct &lt;name of structure&gt; {  </a:t>
            </a:r>
            <a:endParaRPr sz="2200"/>
          </a:p>
          <a:p>
            <a:pPr marL="0" lvl="0" indent="0" algn="l" rtl="0">
              <a:spcBef>
                <a:spcPts val="0"/>
              </a:spcBef>
              <a:spcAft>
                <a:spcPts val="0"/>
              </a:spcAft>
              <a:buNone/>
            </a:pPr>
            <a:r>
              <a:rPr lang="en-US" sz="2200"/>
              <a:t>   &lt;type&gt; variable1;  </a:t>
            </a:r>
            <a:endParaRPr sz="2200"/>
          </a:p>
          <a:p>
            <a:pPr marL="0" lvl="0" indent="0" algn="l" rtl="0">
              <a:spcBef>
                <a:spcPts val="0"/>
              </a:spcBef>
              <a:spcAft>
                <a:spcPts val="0"/>
              </a:spcAft>
              <a:buNone/>
            </a:pPr>
            <a:r>
              <a:rPr lang="en-US" sz="2200"/>
              <a:t>   &lt;type&gt; variable2; </a:t>
            </a:r>
            <a:endParaRPr sz="22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6"/>
          <p:cNvSpPr txBox="1"/>
          <p:nvPr/>
        </p:nvSpPr>
        <p:spPr>
          <a:xfrm>
            <a:off x="573000" y="0"/>
            <a:ext cx="8423100" cy="7572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t>pragma solidity ^0.5.0;  </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contract Types {  </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    struct User {  </a:t>
            </a:r>
            <a:endParaRPr sz="2400"/>
          </a:p>
          <a:p>
            <a:pPr marL="0" lvl="0" indent="0" algn="l" rtl="0">
              <a:spcBef>
                <a:spcPts val="0"/>
              </a:spcBef>
              <a:spcAft>
                <a:spcPts val="0"/>
              </a:spcAft>
              <a:buNone/>
            </a:pPr>
            <a:r>
              <a:rPr lang="en-US" sz="2400"/>
              <a:t>        string name;  </a:t>
            </a:r>
            <a:endParaRPr sz="2400"/>
          </a:p>
          <a:p>
            <a:pPr marL="0" lvl="0" indent="0" algn="l" rtl="0">
              <a:spcBef>
                <a:spcPts val="0"/>
              </a:spcBef>
              <a:spcAft>
                <a:spcPts val="0"/>
              </a:spcAft>
              <a:buNone/>
            </a:pPr>
            <a:r>
              <a:rPr lang="en-US" sz="2400"/>
              <a:t>        uint age;  </a:t>
            </a:r>
            <a:endParaRPr sz="2400"/>
          </a:p>
          <a:p>
            <a:pPr marL="0" lvl="0" indent="0" algn="l" rtl="0">
              <a:spcBef>
                <a:spcPts val="0"/>
              </a:spcBef>
              <a:spcAft>
                <a:spcPts val="0"/>
              </a:spcAft>
              <a:buNone/>
            </a:pPr>
            <a:r>
              <a:rPr lang="en-US" sz="2400"/>
              <a:t>        bool isValid;  </a:t>
            </a:r>
            <a:endParaRPr sz="2400"/>
          </a:p>
          <a:p>
            <a:pPr marL="0" lvl="0" indent="0" algn="l" rtl="0">
              <a:spcBef>
                <a:spcPts val="0"/>
              </a:spcBef>
              <a:spcAft>
                <a:spcPts val="0"/>
              </a:spcAft>
              <a:buNone/>
            </a:pPr>
            <a:r>
              <a:rPr lang="en-US" sz="2400"/>
              <a:t>    }  </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    User _user = User("John", 40, true);  </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    function getUserInfo()   </a:t>
            </a:r>
            <a:endParaRPr sz="2400"/>
          </a:p>
          <a:p>
            <a:pPr marL="0" lvl="0" indent="0" algn="l" rtl="0">
              <a:spcBef>
                <a:spcPts val="0"/>
              </a:spcBef>
              <a:spcAft>
                <a:spcPts val="0"/>
              </a:spcAft>
              <a:buNone/>
            </a:pPr>
            <a:r>
              <a:rPr lang="en-US" sz="2400"/>
              <a:t>             public view   </a:t>
            </a:r>
            <a:endParaRPr sz="2400"/>
          </a:p>
          <a:p>
            <a:pPr marL="0" lvl="0" indent="0" algn="l" rtl="0">
              <a:spcBef>
                <a:spcPts val="0"/>
              </a:spcBef>
              <a:spcAft>
                <a:spcPts val="0"/>
              </a:spcAft>
              <a:buNone/>
            </a:pPr>
            <a:r>
              <a:rPr lang="en-US" sz="2400"/>
              <a:t>             returns (string memory, uint,bool) {  </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r>
              <a:rPr lang="en-US" sz="2400"/>
              <a:t>        return(_user.name, _user.age, _user.isValid);  </a:t>
            </a:r>
            <a:endParaRPr sz="2400"/>
          </a:p>
          <a:p>
            <a:pPr marL="0" lvl="0" indent="0" algn="l" rtl="0">
              <a:spcBef>
                <a:spcPts val="0"/>
              </a:spcBef>
              <a:spcAft>
                <a:spcPts val="0"/>
              </a:spcAft>
              <a:buNone/>
            </a:pPr>
            <a:r>
              <a:rPr lang="en-US" sz="2400"/>
              <a:t>    }  </a:t>
            </a:r>
            <a:endParaRPr sz="2400"/>
          </a:p>
          <a:p>
            <a:pPr marL="0" lvl="0" indent="0" algn="l" rtl="0">
              <a:spcBef>
                <a:spcPts val="0"/>
              </a:spcBef>
              <a:spcAft>
                <a:spcPts val="0"/>
              </a:spcAft>
              <a:buNone/>
            </a:pPr>
            <a:r>
              <a:rPr lang="en-US" sz="2400"/>
              <a:t>}  </a:t>
            </a:r>
            <a:endParaRPr sz="2400"/>
          </a:p>
          <a:p>
            <a:pPr marL="0" lvl="0" indent="0" algn="l" rtl="0">
              <a:spcBef>
                <a:spcPts val="0"/>
              </a:spcBef>
              <a:spcAft>
                <a:spcPts val="0"/>
              </a:spcAft>
              <a:buNone/>
            </a:pP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7"/>
          <p:cNvSpPr txBox="1"/>
          <p:nvPr/>
        </p:nvSpPr>
        <p:spPr>
          <a:xfrm>
            <a:off x="248275" y="0"/>
            <a:ext cx="11937300" cy="207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t>Mapping Types</a:t>
            </a:r>
            <a:endParaRPr sz="2300" b="1"/>
          </a:p>
          <a:p>
            <a:pPr marL="0" lvl="0" indent="0" algn="l" rtl="0">
              <a:spcBef>
                <a:spcPts val="0"/>
              </a:spcBef>
              <a:spcAft>
                <a:spcPts val="0"/>
              </a:spcAft>
              <a:buNone/>
            </a:pPr>
            <a:r>
              <a:rPr lang="en-US" sz="2000"/>
              <a:t> </a:t>
            </a:r>
            <a:endParaRPr sz="2000"/>
          </a:p>
          <a:p>
            <a:pPr marL="0" lvl="0" indent="0" algn="l" rtl="0">
              <a:spcBef>
                <a:spcPts val="0"/>
              </a:spcBef>
              <a:spcAft>
                <a:spcPts val="0"/>
              </a:spcAft>
              <a:buNone/>
            </a:pPr>
            <a:r>
              <a:rPr lang="en-US" sz="2000"/>
              <a:t>Mapping types are the most used reference type; they are used to store data in a key-value pair; where the key can be any built-in value types or byte and string. You can think of it as a hash table or dictionary as in any other language, in which a user can store data in a key-value format and data can be retrieved by key.</a:t>
            </a:r>
            <a:endParaRPr sz="2000"/>
          </a:p>
        </p:txBody>
      </p:sp>
      <p:sp>
        <p:nvSpPr>
          <p:cNvPr id="431" name="Google Shape;431;p57"/>
          <p:cNvSpPr txBox="1"/>
          <p:nvPr/>
        </p:nvSpPr>
        <p:spPr>
          <a:xfrm>
            <a:off x="248275" y="1982300"/>
            <a:ext cx="117465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t>mapping(_KeyType =&gt; _ValueType) &lt;access specifier&gt; &lt;name&gt;;  </a:t>
            </a:r>
            <a:endParaRPr sz="2000" b="1"/>
          </a:p>
          <a:p>
            <a:pPr marL="0" lvl="0" indent="0" algn="l" rtl="0">
              <a:spcBef>
                <a:spcPts val="0"/>
              </a:spcBef>
              <a:spcAft>
                <a:spcPts val="0"/>
              </a:spcAft>
              <a:buNone/>
            </a:pPr>
            <a:r>
              <a:rPr lang="en-US" sz="2000" b="1"/>
              <a:t>Example</a:t>
            </a:r>
            <a:endParaRPr sz="2000" b="1"/>
          </a:p>
          <a:p>
            <a:pPr marL="0" lvl="0" indent="0" algn="l" rtl="0">
              <a:spcBef>
                <a:spcPts val="0"/>
              </a:spcBef>
              <a:spcAft>
                <a:spcPts val="0"/>
              </a:spcAft>
              <a:buNone/>
            </a:pPr>
            <a:r>
              <a:rPr lang="en-US" sz="2000" b="1"/>
              <a:t>mapping (address =&gt; uint) account; </a:t>
            </a:r>
            <a:endParaRPr sz="2000" b="1"/>
          </a:p>
        </p:txBody>
      </p:sp>
      <p:sp>
        <p:nvSpPr>
          <p:cNvPr id="432" name="Google Shape;432;p57"/>
          <p:cNvSpPr txBox="1"/>
          <p:nvPr/>
        </p:nvSpPr>
        <p:spPr>
          <a:xfrm>
            <a:off x="248275" y="2943900"/>
            <a:ext cx="11326200" cy="437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a:t>pragma solidity ^0.5.0;  </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contract MappingExample {  </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    mapping(address =&gt; uint) account;  </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    function updateBalance(uint newBalance) public {  </a:t>
            </a:r>
            <a:endParaRPr sz="1700"/>
          </a:p>
          <a:p>
            <a:pPr marL="0" lvl="0" indent="0" algn="l" rtl="0">
              <a:spcBef>
                <a:spcPts val="0"/>
              </a:spcBef>
              <a:spcAft>
                <a:spcPts val="0"/>
              </a:spcAft>
              <a:buNone/>
            </a:pPr>
            <a:r>
              <a:rPr lang="en-US" sz="1700"/>
              <a:t>        account[msg.sender] = newBalance;  </a:t>
            </a:r>
            <a:endParaRPr sz="1700"/>
          </a:p>
          <a:p>
            <a:pPr marL="0" lvl="0" indent="0" algn="l" rtl="0">
              <a:spcBef>
                <a:spcPts val="0"/>
              </a:spcBef>
              <a:spcAft>
                <a:spcPts val="0"/>
              </a:spcAft>
              <a:buNone/>
            </a:pPr>
            <a:r>
              <a:rPr lang="en-US" sz="1700"/>
              <a:t>    }  </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    function getBalance(address _address) </a:t>
            </a:r>
            <a:endParaRPr sz="1700"/>
          </a:p>
          <a:p>
            <a:pPr marL="0" lvl="0" indent="0" algn="l" rtl="0">
              <a:spcBef>
                <a:spcPts val="0"/>
              </a:spcBef>
              <a:spcAft>
                <a:spcPts val="0"/>
              </a:spcAft>
              <a:buNone/>
            </a:pPr>
            <a:r>
              <a:rPr lang="en-US" sz="1700"/>
              <a:t>            public view returns (uint) {</a:t>
            </a:r>
            <a:endParaRPr sz="1700"/>
          </a:p>
          <a:p>
            <a:pPr marL="0" lvl="0" indent="0" algn="l" rtl="0">
              <a:spcBef>
                <a:spcPts val="0"/>
              </a:spcBef>
              <a:spcAft>
                <a:spcPts val="0"/>
              </a:spcAft>
              <a:buNone/>
            </a:pPr>
            <a:r>
              <a:rPr lang="en-US" sz="1700"/>
              <a:t>  </a:t>
            </a:r>
            <a:endParaRPr sz="1700"/>
          </a:p>
          <a:p>
            <a:pPr marL="0" lvl="0" indent="0" algn="l" rtl="0">
              <a:spcBef>
                <a:spcPts val="0"/>
              </a:spcBef>
              <a:spcAft>
                <a:spcPts val="0"/>
              </a:spcAft>
              <a:buNone/>
            </a:pPr>
            <a:r>
              <a:rPr lang="en-US" sz="1700"/>
              <a:t>        return account[_address];  </a:t>
            </a:r>
            <a:endParaRPr sz="1700"/>
          </a:p>
          <a:p>
            <a:pPr marL="0" lvl="0" indent="0" algn="l" rtl="0">
              <a:spcBef>
                <a:spcPts val="0"/>
              </a:spcBef>
              <a:spcAft>
                <a:spcPts val="0"/>
              </a:spcAft>
              <a:buNone/>
            </a:pPr>
            <a:r>
              <a:rPr lang="en-US" sz="1700"/>
              <a:t>    }  </a:t>
            </a:r>
            <a:endParaRPr sz="1700"/>
          </a:p>
          <a:p>
            <a:pPr marL="0" lvl="0" indent="0" algn="l" rtl="0">
              <a:spcBef>
                <a:spcPts val="0"/>
              </a:spcBef>
              <a:spcAft>
                <a:spcPts val="0"/>
              </a:spcAft>
              <a:buNone/>
            </a:pPr>
            <a:r>
              <a:rPr lang="en-US" sz="1700"/>
              <a:t>} </a:t>
            </a:r>
            <a:endParaRPr sz="17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58"/>
          <p:cNvSpPr txBox="1"/>
          <p:nvPr/>
        </p:nvSpPr>
        <p:spPr>
          <a:xfrm>
            <a:off x="0" y="0"/>
            <a:ext cx="12261900" cy="578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t>A function is a group of reusable code which can be called anywhere in your program. </a:t>
            </a:r>
            <a:endParaRPr sz="2800"/>
          </a:p>
          <a:p>
            <a:pPr marL="0" lvl="0" indent="0" algn="l" rtl="0">
              <a:spcBef>
                <a:spcPts val="0"/>
              </a:spcBef>
              <a:spcAft>
                <a:spcPts val="0"/>
              </a:spcAft>
              <a:buNone/>
            </a:pPr>
            <a:endParaRPr sz="2800"/>
          </a:p>
          <a:p>
            <a:pPr marL="0" lvl="0" indent="0" algn="l" rtl="0">
              <a:spcBef>
                <a:spcPts val="0"/>
              </a:spcBef>
              <a:spcAft>
                <a:spcPts val="0"/>
              </a:spcAft>
              <a:buNone/>
            </a:pPr>
            <a:r>
              <a:rPr lang="en-US" sz="2800"/>
              <a:t>This eliminates the need of writing the same code again and again. It helps programmers in writing modular codes.</a:t>
            </a:r>
            <a:endParaRPr sz="2800"/>
          </a:p>
          <a:p>
            <a:pPr marL="0" lvl="0" indent="0" algn="l" rtl="0">
              <a:spcBef>
                <a:spcPts val="0"/>
              </a:spcBef>
              <a:spcAft>
                <a:spcPts val="0"/>
              </a:spcAft>
              <a:buNone/>
            </a:pPr>
            <a:endParaRPr sz="2800"/>
          </a:p>
          <a:p>
            <a:pPr marL="0" lvl="0" indent="0" algn="l" rtl="0">
              <a:spcBef>
                <a:spcPts val="0"/>
              </a:spcBef>
              <a:spcAft>
                <a:spcPts val="0"/>
              </a:spcAft>
              <a:buNone/>
            </a:pPr>
            <a:r>
              <a:rPr lang="en-US" sz="2800"/>
              <a:t> Functions allow a programmer to divide a big program into a number of small and manageable functions.</a:t>
            </a:r>
            <a:endParaRPr sz="2800"/>
          </a:p>
          <a:p>
            <a:pPr marL="0" lvl="0" indent="0" algn="l" rtl="0">
              <a:spcBef>
                <a:spcPts val="0"/>
              </a:spcBef>
              <a:spcAft>
                <a:spcPts val="0"/>
              </a:spcAft>
              <a:buNone/>
            </a:pPr>
            <a:endParaRPr sz="2800"/>
          </a:p>
          <a:p>
            <a:pPr marL="0" lvl="0" indent="0" algn="l" rtl="0">
              <a:spcBef>
                <a:spcPts val="0"/>
              </a:spcBef>
              <a:spcAft>
                <a:spcPts val="0"/>
              </a:spcAft>
              <a:buNone/>
            </a:pPr>
            <a:r>
              <a:rPr lang="en-US" sz="2800"/>
              <a:t>Like any other advanced programming language, Solidity also supports all the features necessary to write modular code using functions. </a:t>
            </a:r>
            <a:endParaRPr sz="2800"/>
          </a:p>
          <a:p>
            <a:pPr marL="0" lvl="0" indent="0" algn="l" rtl="0">
              <a:spcBef>
                <a:spcPts val="0"/>
              </a:spcBef>
              <a:spcAft>
                <a:spcPts val="0"/>
              </a:spcAft>
              <a:buNone/>
            </a:pPr>
            <a:endParaRPr sz="2800"/>
          </a:p>
          <a:p>
            <a:pPr marL="0" lvl="0" indent="0" algn="l" rtl="0">
              <a:spcBef>
                <a:spcPts val="0"/>
              </a:spcBef>
              <a:spcAft>
                <a:spcPts val="0"/>
              </a:spcAft>
              <a:buNone/>
            </a:pPr>
            <a:r>
              <a:rPr lang="en-US" sz="2800"/>
              <a:t>This section explains how to write your own functions in Solidity.</a:t>
            </a:r>
            <a:endParaRPr sz="2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59"/>
          <p:cNvSpPr txBox="1"/>
          <p:nvPr/>
        </p:nvSpPr>
        <p:spPr>
          <a:xfrm>
            <a:off x="0" y="0"/>
            <a:ext cx="12319200" cy="2862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900"/>
              <a:t>Function Definition</a:t>
            </a:r>
            <a:endParaRPr sz="2900"/>
          </a:p>
          <a:p>
            <a:pPr marL="0" lvl="0" indent="0" algn="l" rtl="0">
              <a:spcBef>
                <a:spcPts val="0"/>
              </a:spcBef>
              <a:spcAft>
                <a:spcPts val="0"/>
              </a:spcAft>
              <a:buNone/>
            </a:pPr>
            <a:r>
              <a:rPr lang="en-US" sz="2900"/>
              <a:t>Before we use a function, we need to define it. </a:t>
            </a:r>
            <a:endParaRPr sz="2900"/>
          </a:p>
          <a:p>
            <a:pPr marL="0" lvl="0" indent="0" algn="l" rtl="0">
              <a:spcBef>
                <a:spcPts val="0"/>
              </a:spcBef>
              <a:spcAft>
                <a:spcPts val="0"/>
              </a:spcAft>
              <a:buNone/>
            </a:pPr>
            <a:endParaRPr sz="2900"/>
          </a:p>
          <a:p>
            <a:pPr marL="0" lvl="0" indent="0" algn="l" rtl="0">
              <a:spcBef>
                <a:spcPts val="0"/>
              </a:spcBef>
              <a:spcAft>
                <a:spcPts val="0"/>
              </a:spcAft>
              <a:buNone/>
            </a:pPr>
            <a:r>
              <a:rPr lang="en-US" sz="2900"/>
              <a:t>The most common way to define a function in Solidity is by using the function keyword, followed by a unique function name, a list of parameters (that might be empty), and a statement block surrounded by curly braces.</a:t>
            </a:r>
            <a:endParaRPr sz="29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60"/>
          <p:cNvSpPr txBox="1"/>
          <p:nvPr/>
        </p:nvSpPr>
        <p:spPr>
          <a:xfrm>
            <a:off x="0" y="0"/>
            <a:ext cx="11880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a:t>Syntax</a:t>
            </a:r>
            <a:endParaRPr sz="3000"/>
          </a:p>
          <a:p>
            <a:pPr marL="0" lvl="0" indent="0" algn="l" rtl="0">
              <a:spcBef>
                <a:spcPts val="0"/>
              </a:spcBef>
              <a:spcAft>
                <a:spcPts val="0"/>
              </a:spcAft>
              <a:buNone/>
            </a:pPr>
            <a:r>
              <a:rPr lang="en-US" sz="3000"/>
              <a:t>The basic syntax is shown here.</a:t>
            </a:r>
            <a:endParaRPr sz="3000"/>
          </a:p>
        </p:txBody>
      </p:sp>
      <p:sp>
        <p:nvSpPr>
          <p:cNvPr id="448" name="Google Shape;448;p60"/>
          <p:cNvSpPr txBox="1"/>
          <p:nvPr/>
        </p:nvSpPr>
        <p:spPr>
          <a:xfrm>
            <a:off x="458400" y="2062775"/>
            <a:ext cx="114981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b="1">
                <a:solidFill>
                  <a:srgbClr val="3C78D8"/>
                </a:solidFill>
              </a:rPr>
              <a:t>function function-name(parameter-list) scope returns() {</a:t>
            </a:r>
            <a:endParaRPr sz="3600" b="1">
              <a:solidFill>
                <a:srgbClr val="3C78D8"/>
              </a:solidFill>
            </a:endParaRPr>
          </a:p>
          <a:p>
            <a:pPr marL="0" lvl="0" indent="0" algn="l" rtl="0">
              <a:spcBef>
                <a:spcPts val="0"/>
              </a:spcBef>
              <a:spcAft>
                <a:spcPts val="0"/>
              </a:spcAft>
              <a:buNone/>
            </a:pPr>
            <a:r>
              <a:rPr lang="en-US" sz="3600" b="1">
                <a:solidFill>
                  <a:srgbClr val="3C78D8"/>
                </a:solidFill>
              </a:rPr>
              <a:t>   //statements</a:t>
            </a:r>
            <a:endParaRPr sz="3600" b="1">
              <a:solidFill>
                <a:srgbClr val="3C78D8"/>
              </a:solidFill>
            </a:endParaRPr>
          </a:p>
          <a:p>
            <a:pPr marL="0" lvl="0" indent="0" algn="l" rtl="0">
              <a:spcBef>
                <a:spcPts val="0"/>
              </a:spcBef>
              <a:spcAft>
                <a:spcPts val="0"/>
              </a:spcAft>
              <a:buNone/>
            </a:pPr>
            <a:r>
              <a:rPr lang="en-US" sz="3600" b="1">
                <a:solidFill>
                  <a:srgbClr val="3C78D8"/>
                </a:solidFill>
              </a:rPr>
              <a:t>}</a:t>
            </a:r>
            <a:endParaRPr sz="3600" b="1">
              <a:solidFill>
                <a:srgbClr val="3C78D8"/>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61"/>
          <p:cNvSpPr txBox="1"/>
          <p:nvPr/>
        </p:nvSpPr>
        <p:spPr>
          <a:xfrm>
            <a:off x="305600" y="0"/>
            <a:ext cx="11898900" cy="581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300" b="1"/>
              <a:t>Introduction</a:t>
            </a:r>
            <a:endParaRPr sz="3300" b="1"/>
          </a:p>
          <a:p>
            <a:pPr marL="0" lvl="0" indent="0" algn="l" rtl="0">
              <a:spcBef>
                <a:spcPts val="0"/>
              </a:spcBef>
              <a:spcAft>
                <a:spcPts val="0"/>
              </a:spcAft>
              <a:buNone/>
            </a:pPr>
            <a:endParaRPr sz="3300" b="1"/>
          </a:p>
          <a:p>
            <a:pPr marL="0" lvl="0" indent="0" algn="l" rtl="0">
              <a:spcBef>
                <a:spcPts val="0"/>
              </a:spcBef>
              <a:spcAft>
                <a:spcPts val="0"/>
              </a:spcAft>
              <a:buNone/>
            </a:pPr>
            <a:r>
              <a:rPr lang="en-US" sz="3000"/>
              <a:t>A programming language has an important aspect of taking decisions in code. </a:t>
            </a:r>
            <a:endParaRPr sz="3000"/>
          </a:p>
          <a:p>
            <a:pPr marL="0" lvl="0" indent="0" algn="l" rtl="0">
              <a:spcBef>
                <a:spcPts val="0"/>
              </a:spcBef>
              <a:spcAft>
                <a:spcPts val="0"/>
              </a:spcAft>
              <a:buNone/>
            </a:pPr>
            <a:endParaRPr sz="3000"/>
          </a:p>
          <a:p>
            <a:pPr marL="0" lvl="0" indent="0" algn="l" rtl="0">
              <a:spcBef>
                <a:spcPts val="0"/>
              </a:spcBef>
              <a:spcAft>
                <a:spcPts val="0"/>
              </a:spcAft>
              <a:buNone/>
            </a:pPr>
            <a:r>
              <a:rPr lang="en-US" sz="3000"/>
              <a:t>Solidity delivers the if…else and switches statements to execute different instructions based on circumstances. </a:t>
            </a:r>
            <a:endParaRPr sz="3000"/>
          </a:p>
          <a:p>
            <a:pPr marL="0" lvl="0" indent="0" algn="l" rtl="0">
              <a:spcBef>
                <a:spcPts val="0"/>
              </a:spcBef>
              <a:spcAft>
                <a:spcPts val="0"/>
              </a:spcAft>
              <a:buNone/>
            </a:pPr>
            <a:endParaRPr sz="3000"/>
          </a:p>
          <a:p>
            <a:pPr marL="0" lvl="0" indent="0" algn="l" rtl="0">
              <a:spcBef>
                <a:spcPts val="0"/>
              </a:spcBef>
              <a:spcAft>
                <a:spcPts val="0"/>
              </a:spcAft>
              <a:buNone/>
            </a:pPr>
            <a:r>
              <a:rPr lang="en-US" sz="3000"/>
              <a:t>This is too significant to loop through multiple items. </a:t>
            </a:r>
            <a:endParaRPr sz="3000"/>
          </a:p>
          <a:p>
            <a:pPr marL="0" lvl="0" indent="0" algn="l" rtl="0">
              <a:spcBef>
                <a:spcPts val="0"/>
              </a:spcBef>
              <a:spcAft>
                <a:spcPts val="0"/>
              </a:spcAft>
              <a:buNone/>
            </a:pPr>
            <a:endParaRPr sz="3000"/>
          </a:p>
          <a:p>
            <a:pPr marL="0" lvl="0" indent="0" algn="l" rtl="0">
              <a:spcBef>
                <a:spcPts val="0"/>
              </a:spcBef>
              <a:spcAft>
                <a:spcPts val="0"/>
              </a:spcAft>
              <a:buNone/>
            </a:pPr>
            <a:r>
              <a:rPr lang="en-US" sz="3000"/>
              <a:t>Solidity provides different constructs such as for loops and while statements.</a:t>
            </a:r>
            <a:endParaRPr sz="30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62"/>
          <p:cNvSpPr txBox="1"/>
          <p:nvPr/>
        </p:nvSpPr>
        <p:spPr>
          <a:xfrm>
            <a:off x="305600" y="0"/>
            <a:ext cx="11803500" cy="4463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400" b="1"/>
              <a:t>Solidity expressions</a:t>
            </a:r>
            <a:endParaRPr sz="3400" b="1"/>
          </a:p>
          <a:p>
            <a:pPr marL="0" lvl="0" indent="0" algn="l" rtl="0">
              <a:spcBef>
                <a:spcPts val="0"/>
              </a:spcBef>
              <a:spcAft>
                <a:spcPts val="0"/>
              </a:spcAft>
              <a:buNone/>
            </a:pPr>
            <a:endParaRPr sz="3400" b="1"/>
          </a:p>
          <a:p>
            <a:pPr marL="0" lvl="0" indent="0" algn="l" rtl="0">
              <a:spcBef>
                <a:spcPts val="0"/>
              </a:spcBef>
              <a:spcAft>
                <a:spcPts val="0"/>
              </a:spcAft>
              <a:buNone/>
            </a:pPr>
            <a:r>
              <a:rPr lang="en-US" sz="3000"/>
              <a:t>A statement, comprising multiple operands and optionally zero or more operators is referred to as an expression. </a:t>
            </a:r>
            <a:endParaRPr sz="3000"/>
          </a:p>
          <a:p>
            <a:pPr marL="0" lvl="0" indent="0" algn="l" rtl="0">
              <a:spcBef>
                <a:spcPts val="0"/>
              </a:spcBef>
              <a:spcAft>
                <a:spcPts val="0"/>
              </a:spcAft>
              <a:buNone/>
            </a:pPr>
            <a:endParaRPr sz="3000"/>
          </a:p>
          <a:p>
            <a:pPr marL="0" lvl="0" indent="0" algn="l" rtl="0">
              <a:spcBef>
                <a:spcPts val="0"/>
              </a:spcBef>
              <a:spcAft>
                <a:spcPts val="0"/>
              </a:spcAft>
              <a:buNone/>
            </a:pPr>
            <a:r>
              <a:rPr lang="en-US" sz="3000"/>
              <a:t>That gives results in a single value, object, or function. </a:t>
            </a:r>
            <a:endParaRPr sz="3000"/>
          </a:p>
          <a:p>
            <a:pPr marL="0" lvl="0" indent="0" algn="l" rtl="0">
              <a:spcBef>
                <a:spcPts val="0"/>
              </a:spcBef>
              <a:spcAft>
                <a:spcPts val="0"/>
              </a:spcAft>
              <a:buNone/>
            </a:pPr>
            <a:endParaRPr sz="3000"/>
          </a:p>
          <a:p>
            <a:pPr marL="0" lvl="0" indent="0" algn="l" rtl="0">
              <a:spcBef>
                <a:spcPts val="0"/>
              </a:spcBef>
              <a:spcAft>
                <a:spcPts val="0"/>
              </a:spcAft>
              <a:buNone/>
            </a:pPr>
            <a:r>
              <a:rPr lang="en-US" sz="3000"/>
              <a:t>The operand may be a variable, literal, function invocation, or another expression itself.</a:t>
            </a:r>
            <a:endParaRPr sz="3000"/>
          </a:p>
        </p:txBody>
      </p:sp>
    </p:spTree>
  </p:cSld>
  <p:clrMapOvr>
    <a:masterClrMapping/>
  </p:clrMapOvr>
</p:sld>
</file>

<file path=ppt/theme/theme1.xml><?xml version="1.0" encoding="utf-8"?>
<a:theme xmlns:a="http://schemas.openxmlformats.org/drawingml/2006/main" name="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4632</Words>
  <Application>Microsoft Office PowerPoint</Application>
  <PresentationFormat>Custom</PresentationFormat>
  <Paragraphs>780</Paragraphs>
  <Slides>50</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Noto Sans Symbols</vt:lpstr>
      <vt:lpstr>Comic Sans MS</vt:lpstr>
      <vt:lpstr>Century Schoolbook</vt:lpstr>
      <vt:lpstr>Oriel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raghu prasad konandur</cp:lastModifiedBy>
  <cp:revision>1</cp:revision>
  <dcterms:modified xsi:type="dcterms:W3CDTF">2026-10-14T00:17:10Z</dcterms:modified>
</cp:coreProperties>
</file>